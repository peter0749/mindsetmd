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e5dbbb577be4566" /><Relationship Type="http://schemas.openxmlformats.org/package/2006/relationships/metadata/core-properties" Target="/docProps/core.xml" Id="R968e988c34b14b10" /><Relationship Type="http://schemas.openxmlformats.org/officeDocument/2006/relationships/extended-properties" Target="/docProps/app.xml" Id="Rec1c856f88114c27" /><Relationship Type="http://schemas.openxmlformats.org/officeDocument/2006/relationships/custom-properties" Target="/docProps/custom.xml" Id="Rff160f991b674b7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ba38445ed9341a1"/>
  </p:notesMasterIdLst>
  <p:sldIdLst>
    <p:sldId id="256" r:id="R1284e6345e9c4af0"/>
    <p:sldId id="257" r:id="R68de4abe9138411b"/>
    <p:sldId id="258" r:id="R918d33b6e5f04b60"/>
    <p:sldId id="259" r:id="R838e2149fb864023"/>
    <p:sldId id="260" r:id="Rb60f54d0e62b4173"/>
    <p:sldId id="261" r:id="R5c6ac1dde9bb44e4"/>
    <p:sldId id="262" r:id="Rc2193b552088488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284e6345e9c4af0" /><Relationship Type="http://schemas.openxmlformats.org/officeDocument/2006/relationships/notesMaster" Target="/ppt/notesMasters/notesMaster1.xml" Id="R4ba38445ed9341a1" /><Relationship Type="http://schemas.openxmlformats.org/officeDocument/2006/relationships/slide" Target="/ppt/slides/slide2.xml" Id="R68de4abe9138411b" /><Relationship Type="http://schemas.openxmlformats.org/officeDocument/2006/relationships/slide" Target="/ppt/slides/slide3.xml" Id="R918d33b6e5f04b60" /><Relationship Type="http://schemas.openxmlformats.org/officeDocument/2006/relationships/slide" Target="/ppt/slides/slide4.xml" Id="R838e2149fb864023" /><Relationship Type="http://schemas.openxmlformats.org/officeDocument/2006/relationships/slide" Target="/ppt/slides/slide5.xml" Id="Rb60f54d0e62b4173" /><Relationship Type="http://schemas.openxmlformats.org/officeDocument/2006/relationships/slide" Target="/ppt/slides/slide6.xml" Id="R5c6ac1dde9bb44e4" /><Relationship Type="http://schemas.openxmlformats.org/officeDocument/2006/relationships/slide" Target="/ppt/slides/slide7.xml" Id="Rc2193b55208848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11b080b95b8474b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da46016cb234688" /><Relationship Type="http://schemas.openxmlformats.org/officeDocument/2006/relationships/slide" Target="/ppt/slides/slide1.xml" Id="R749563160ad442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f6bd6c1119c4945" /><Relationship Type="http://schemas.openxmlformats.org/officeDocument/2006/relationships/slide" Target="/ppt/slides/slide2.xml" Id="R8ce7658b324742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0f09c1291f84739" /><Relationship Type="http://schemas.openxmlformats.org/officeDocument/2006/relationships/slide" Target="/ppt/slides/slide3.xml" Id="R14b06b9a1b8742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fd9135eeae14e1a" /><Relationship Type="http://schemas.openxmlformats.org/officeDocument/2006/relationships/slide" Target="/ppt/slides/slide4.xml" Id="Rf600ec85c9ca41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047ea9158a94327" /><Relationship Type="http://schemas.openxmlformats.org/officeDocument/2006/relationships/slide" Target="/ppt/slides/slide5.xml" Id="Re0983fbcd8ea41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42f53b0780a43aa" /><Relationship Type="http://schemas.openxmlformats.org/officeDocument/2006/relationships/slide" Target="/ppt/slides/slide6.xml" Id="R2c51dcb925544e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879c4ab8a2843c4" /><Relationship Type="http://schemas.openxmlformats.org/officeDocument/2006/relationships/slide" Target="/ppt/slides/slide7.xml" Id="R3c3646329d9740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for Period-end review (QBR). State purpose in 10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BLUF first. Do not walk chronology before the ask is clear.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Answer-first QBR spine.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Root cause → system fix.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Carry-forward must be owned.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on recommendation. Avoid re-deriving analysis aloud.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Classic leadership QBR close.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f13810fe934e7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71db7557334e9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ec590e6a5d438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5ae00b384348c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48143e92f1455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bd5cd7e94b874a20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3e6f25b9547b6" /><Relationship Type="http://schemas.openxmlformats.org/officeDocument/2006/relationships/notesSlide" Target="/ppt/notesSlides/notesSlide1.xml" Id="R549aa733b9bd49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2cfae46574265" /><Relationship Type="http://schemas.openxmlformats.org/officeDocument/2006/relationships/notesSlide" Target="/ppt/notesSlides/notesSlide2.xml" Id="R241027cfd9a84e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3a95dcf3049aa" /><Relationship Type="http://schemas.openxmlformats.org/officeDocument/2006/relationships/notesSlide" Target="/ppt/notesSlides/notesSlide3.xml" Id="Re6f24919112248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69366f8ea4b8a" /><Relationship Type="http://schemas.openxmlformats.org/officeDocument/2006/relationships/notesSlide" Target="/ppt/notesSlides/notesSlide4.xml" Id="R768b0a9d48d040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2f171f807c44f1" /><Relationship Type="http://schemas.openxmlformats.org/officeDocument/2006/relationships/notesSlide" Target="/ppt/notesSlides/notesSlide5.xml" Id="Rae69ba3982df4d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d413514094c1d" /><Relationship Type="http://schemas.openxmlformats.org/officeDocument/2006/relationships/notesSlide" Target="/ppt/notesSlides/notesSlide6.xml" Id="R2cafcc489d204f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f0a93df56946fe" /><Relationship Type="http://schemas.openxmlformats.org/officeDocument/2006/relationships/notesSlide" Target="/ppt/notesSlides/notesSlide7.xml" Id="R6d497d6cbf314497" /></Relationships>
</file>

<file path=ppt/slides/slide1.xml><?xml version="1.0" encoding="utf-8"?>
<p:sld xmlns:p="http://schemas.openxmlformats.org/presentationml/2006/main">
  <p:cSld name="Period-end review (QBR)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4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CADCFC"/>
                </a:solidFill>
                <a:latin typeface="Calibri"/>
                <a:ea typeface="Calibri"/>
              </a:rPr>
              <a:t>SCENARIO 09  ·  PERIOD END / QBR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40000" y="1548000"/>
            <a:ext cx="10800000" cy="10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Period-end review (QBR)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40000" y="2700000"/>
            <a:ext cx="1080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Exec summary → scorecard → learnings → next ask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40000" y="6048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A0AEC0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BLUF — quarter / period status</a:t>
            </a:r>
          </a:p>
        </p:txBody>
      </p:sp>
      <p:sp>
        <p:nvSpPr>
          <p:cNvPr id="100004" name="TextBox 2"/>
          <p:cNvSpPr txBox="1"/>
          <p:nvPr/>
        </p:nvSpPr>
        <p:spPr>
          <a:xfrm xmlns:a="http://schemas.openxmlformats.org/drawingml/2006/main">
            <a:off x="540000" y="540000"/>
            <a:ext cx="50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3"/>
          <p:cNvSpPr txBox="1"/>
          <p:nvPr/>
        </p:nvSpPr>
        <p:spPr>
          <a:xfrm xmlns:a="http://schemas.openxmlformats.org/drawingml/2006/main">
            <a:off x="540000" y="1512000"/>
            <a:ext cx="10980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Overall: GREEN/YELLOW/RED  ·  3 wins  ·  1 carried risk  ·  Next ask: …</a:t>
            </a:r>
          </a:p>
        </p:txBody>
      </p:sp>
      <p:sp>
        <p:nvSpPr>
          <p:cNvPr id="100006" name="TextBox 4"/>
          <p:cNvSpPr txBox="1"/>
          <p:nvPr/>
        </p:nvSpPr>
        <p:spPr>
          <a:xfrm xmlns:a="http://schemas.openxmlformats.org/drawingml/2006/main">
            <a:off x="540000" y="2196000"/>
            <a:ext cx="10980000" cy="40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Top outcomes with metrics.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Top miss + disposition (not blame theater).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Proposed next priorities (link to period-start draft).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Scorecard vs commits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Commit | Result | Metric | Note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… | Hit / Partial / Miss | … |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Use the same commits frozen at period start.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What slipped &amp; why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Assumption that broke: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Options considered mid-period: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What we will change next period: …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Risks into next period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Risk 1 — mitigation — owner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Risk 2 —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Capacity A lookback: outcomes / debt / unplanned actuals vs plan.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Options &amp; recommendation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40000" y="1404000"/>
            <a:ext cx="1098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bold in the table. Decision owner must pick by the date on the Ask slide.</a:t>
            </a:r>
          </a:p>
        </p:txBody>
      </p:sp>
      <p:graphicFrame>
        <p:nvGraphicFramePr>
          <p:cNvPr id="100011" name="Table 1"/>
          <p:cNvGraphicFramePr/>
          <p:nvPr/>
        </p:nvGraphicFramePr>
        <p:xfrm>
          <a:off xmlns:a="http://schemas.openxmlformats.org/drawingml/2006/main" x="540000" y="1944000"/>
          <a:ext xmlns:a="http://schemas.openxmlformats.org/drawingml/2006/main" cx="10980000" cy="36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60000"/>
                <a:gridCol w="3660000"/>
                <a:gridCol w="3660000"/>
              </a:tblGrid>
              <a:tr h="900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priority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 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P1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Highest leverage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Fits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Strategic 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displace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&amp; ask</a:t>
            </a:r>
          </a:p>
        </p:txBody>
      </p:sp>
      <p:sp>
        <p:nvSpPr>
          <p:cNvPr id="100012" name="TextBox 2"/>
          <p:cNvSpPr txBox="1"/>
          <p:nvPr/>
        </p:nvSpPr>
        <p:spPr>
          <a:xfrm xmlns:a="http://schemas.openxmlformats.org/drawingml/2006/main">
            <a:off x="540000" y="1404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3" name="TextBox 3"/>
          <p:cNvSpPr txBox="1"/>
          <p:nvPr/>
        </p:nvSpPr>
        <p:spPr>
          <a:xfrm xmlns:a="http://schemas.openxmlformats.org/drawingml/2006/main">
            <a:off x="540000" y="1764000"/>
            <a:ext cx="10980000" cy="39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Endorse next priorities P1/P2.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Resource decision if any (see 06).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If only three takeaways: achieved A/B; root cause of C; support 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2026-08-05T16:48:21Z</dcterms:created>
  <cp:lastModifiedBy>OfficeCLI</cp:lastModifiedBy>
  <dcterms:modified xsi:type="dcterms:W3CDTF">2026-08-05T16:48:21Z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2026-08-05T16:48:23Z</vt:lpwstr>
  </op:property>
</op:Properties>
</file>
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82c0a404b5e489c" /><Relationship Type="http://schemas.openxmlformats.org/package/2006/relationships/metadata/core-properties" Target="/docProps/core.xml" Id="R13b1f359820545ae" /><Relationship Type="http://schemas.openxmlformats.org/officeDocument/2006/relationships/extended-properties" Target="/docProps/app.xml" Id="Rf9d94950c9b04ece" /><Relationship Type="http://schemas.openxmlformats.org/officeDocument/2006/relationships/custom-properties" Target="/docProps/custom.xml" Id="Ree6560842b7b4eb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b28e548c6fe4665"/>
  </p:notesMasterIdLst>
  <p:sldIdLst>
    <p:sldId id="256" r:id="Rb614a921fcc44f09"/>
    <p:sldId id="257" r:id="R296b595017d746f0"/>
    <p:sldId id="258" r:id="R1c6a13ae7f36479b"/>
    <p:sldId id="259" r:id="R4011fec9e3774467"/>
    <p:sldId id="260" r:id="R6b4df04e05204faa"/>
    <p:sldId id="261" r:id="R351582b85161487e"/>
    <p:sldId id="262" r:id="R8d0e16de7349489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614a921fcc44f09" /><Relationship Type="http://schemas.openxmlformats.org/officeDocument/2006/relationships/notesMaster" Target="/ppt/notesMasters/notesMaster1.xml" Id="Rcb28e548c6fe4665" /><Relationship Type="http://schemas.openxmlformats.org/officeDocument/2006/relationships/slide" Target="/ppt/slides/slide2.xml" Id="R296b595017d746f0" /><Relationship Type="http://schemas.openxmlformats.org/officeDocument/2006/relationships/slide" Target="/ppt/slides/slide3.xml" Id="R1c6a13ae7f36479b" /><Relationship Type="http://schemas.openxmlformats.org/officeDocument/2006/relationships/slide" Target="/ppt/slides/slide4.xml" Id="R4011fec9e3774467" /><Relationship Type="http://schemas.openxmlformats.org/officeDocument/2006/relationships/slide" Target="/ppt/slides/slide5.xml" Id="R6b4df04e05204faa" /><Relationship Type="http://schemas.openxmlformats.org/officeDocument/2006/relationships/slide" Target="/ppt/slides/slide6.xml" Id="R351582b85161487e" /><Relationship Type="http://schemas.openxmlformats.org/officeDocument/2006/relationships/slide" Target="/ppt/slides/slide7.xml" Id="R8d0e16de734948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d5b7631f50451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b622667334a4336" /><Relationship Type="http://schemas.openxmlformats.org/officeDocument/2006/relationships/slide" Target="/ppt/slides/slide1.xml" Id="Rcffe95e4c4f04a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5be91ac7995431a" /><Relationship Type="http://schemas.openxmlformats.org/officeDocument/2006/relationships/slide" Target="/ppt/slides/slide2.xml" Id="Rd91eea8f299d46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82d59ca33054d01" /><Relationship Type="http://schemas.openxmlformats.org/officeDocument/2006/relationships/slide" Target="/ppt/slides/slide3.xml" Id="Ra048aa71578d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3bca946426a4adc" /><Relationship Type="http://schemas.openxmlformats.org/officeDocument/2006/relationships/slide" Target="/ppt/slides/slide4.xml" Id="R8b2fff903e0f46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5c6f2dbdd44885" /><Relationship Type="http://schemas.openxmlformats.org/officeDocument/2006/relationships/slide" Target="/ppt/slides/slide5.xml" Id="R23ab0cc372fb4f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fc6bfeef10422e" /><Relationship Type="http://schemas.openxmlformats.org/officeDocument/2006/relationships/slide" Target="/ppt/slides/slide6.xml" Id="R8a2027ef15b244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3c6166645b040d3" /><Relationship Type="http://schemas.openxmlformats.org/officeDocument/2006/relationships/slide" Target="/ppt/slides/slide7.xml" Id="Rca51faa063254a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Period-end review (QBR).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Answer-first QBR spine.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Root cause → system fix.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Carry-forward must be owned.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Classic leadership QBR close.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081b2032242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f35c7ed2343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9c1137fc144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89f31430c4e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ba5500fb5456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865064dcba14e0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587b436c6475d" /><Relationship Type="http://schemas.openxmlformats.org/officeDocument/2006/relationships/notesSlide" Target="/ppt/notesSlides/notesSlide1.xml" Id="Re435ba4da138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f65beacc643f0" /><Relationship Type="http://schemas.openxmlformats.org/officeDocument/2006/relationships/notesSlide" Target="/ppt/notesSlides/notesSlide2.xml" Id="Ra51ebd184de344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bd35684af4624" /><Relationship Type="http://schemas.openxmlformats.org/officeDocument/2006/relationships/notesSlide" Target="/ppt/notesSlides/notesSlide3.xml" Id="R1afa9642782047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1e3a24ee24ea9" /><Relationship Type="http://schemas.openxmlformats.org/officeDocument/2006/relationships/notesSlide" Target="/ppt/notesSlides/notesSlide4.xml" Id="Rea2ab71504264a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1a9b73c81458b" /><Relationship Type="http://schemas.openxmlformats.org/officeDocument/2006/relationships/notesSlide" Target="/ppt/notesSlides/notesSlide5.xml" Id="R94ebc277f0d44d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ef5b97cab4c09" /><Relationship Type="http://schemas.openxmlformats.org/officeDocument/2006/relationships/notesSlide" Target="/ppt/notesSlides/notesSlide6.xml" Id="Rca6bb8fa48664a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d517ff2dd431d" /><Relationship Type="http://schemas.openxmlformats.org/officeDocument/2006/relationships/notesSlide" Target="/ppt/notesSlides/notesSlide7.xml" Id="Rb9e471be64644549" /></Relationships>
</file>

<file path=ppt/slides/slide1.xml><?xml version="1.0" encoding="utf-8"?>
<p:sld xmlns:p="http://schemas.openxmlformats.org/presentationml/2006/main">
  <p:cSld name="Period-end review (QBR)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09  ·  PERIOD END / QBR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Period-end review (QBR)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Exec summary → scorecard → learnings → next ask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quarter / period statu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40000" y="432000"/>
            <a:ext cx="109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A202C"/>
                </a:solidFill>
                <a:latin typeface="Calibri"/>
                <a:ea typeface="Calibri"/>
              </a:rPr>
              <a:t>BLUF — quarter / period status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40000" y="1188000"/>
            <a:ext cx="576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Overall: GREEN/YELLOW/RED  ·  3 wins  ·  1 carried risk  ·  Next ask: …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Top outcomes with metrics.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Top miss + disposition (not blame theater).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Proposed next priorities (link to period-start draft).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Scorecard vs commits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Commit | Result | Metric | Note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… | Hit / Partial / Miss | … |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Use the same commits frozen at period start.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What slipped &amp; why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Assumption that broke: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Options considered mid-period: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What we will change next period: …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Risks into next period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Risk 1 — mitigation — owner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Risk 2 —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Capacity A lookback: outcomes / debt / unplanned actuals vs plan.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2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60000"/>
                <a:gridCol w="3660000"/>
                <a:gridCol w="36600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Next priority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Capacity 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P1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Highest 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Fits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Strategic 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Needs displace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3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4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Endorse next priorities P1/P2.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Resource decision if any (see 06).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If only three takeaways: achieved A/B; root cause of C; support 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2026-08-05T16:56:22Z</dcterms:created>
  <cp:lastModifiedBy>OfficeCLI</cp:lastModifiedBy>
  <dcterms:modified xsi:type="dcterms:W3CDTF">2026-08-05T16:56:22Z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2026-08-05T16:56:23Z</vt:lpwstr>
  </op:property>
</op:Properties>
</file>
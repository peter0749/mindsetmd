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c3026dc08074814" /><Relationship Type="http://schemas.openxmlformats.org/package/2006/relationships/metadata/core-properties" Target="/docProps/core.xml" Id="R46c6331e28a44094" /><Relationship Type="http://schemas.openxmlformats.org/officeDocument/2006/relationships/extended-properties" Target="/docProps/app.xml" Id="R0248b22bc5864f1d" /><Relationship Type="http://schemas.openxmlformats.org/officeDocument/2006/relationships/custom-properties" Target="/docProps/custom.xml" Id="R737da5d1ded6448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39a26339fe514bfa"/>
  </p:notesMasterIdLst>
  <p:sldIdLst>
    <p:sldId id="256" r:id="Reb0dea109b2a4a1f"/>
    <p:sldId id="257" r:id="Reb0721cd9fe248c6"/>
    <p:sldId id="258" r:id="R874437355feb496b"/>
    <p:sldId id="259" r:id="R9c62a345d1c04ac4"/>
    <p:sldId id="260" r:id="R9a5be16585684d35"/>
    <p:sldId id="261" r:id="Rf57612f9d7da409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eb0dea109b2a4a1f" /><Relationship Type="http://schemas.openxmlformats.org/officeDocument/2006/relationships/notesMaster" Target="/ppt/notesMasters/notesMaster1.xml" Id="R39a26339fe514bfa" /><Relationship Type="http://schemas.openxmlformats.org/officeDocument/2006/relationships/slide" Target="/ppt/slides/slide2.xml" Id="Reb0721cd9fe248c6" /><Relationship Type="http://schemas.openxmlformats.org/officeDocument/2006/relationships/slide" Target="/ppt/slides/slide3.xml" Id="R874437355feb496b" /><Relationship Type="http://schemas.openxmlformats.org/officeDocument/2006/relationships/slide" Target="/ppt/slides/slide4.xml" Id="R9c62a345d1c04ac4" /><Relationship Type="http://schemas.openxmlformats.org/officeDocument/2006/relationships/slide" Target="/ppt/slides/slide5.xml" Id="R9a5be16585684d35" /><Relationship Type="http://schemas.openxmlformats.org/officeDocument/2006/relationships/slide" Target="/ppt/slides/slide6.xml" Id="Rf57612f9d7da40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222e225228e4f7f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4d2ebd7200c4d3b" /><Relationship Type="http://schemas.openxmlformats.org/officeDocument/2006/relationships/slide" Target="/ppt/slides/slide1.xml" Id="Rf7dfeb66c3f44b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cd0e7be50d64851" /><Relationship Type="http://schemas.openxmlformats.org/officeDocument/2006/relationships/slide" Target="/ppt/slides/slide2.xml" Id="Rcfb1e9809dbb4d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b5a6b3dafbd45d4" /><Relationship Type="http://schemas.openxmlformats.org/officeDocument/2006/relationships/slide" Target="/ppt/slides/slide3.xml" Id="R5f6be35998d345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b3b8e8dfde46b3" /><Relationship Type="http://schemas.openxmlformats.org/officeDocument/2006/relationships/slide" Target="/ppt/slides/slide4.xml" Id="R90cf4130fac34d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8ddd802b64a4d63" /><Relationship Type="http://schemas.openxmlformats.org/officeDocument/2006/relationships/slide" Target="/ppt/slides/slide5.xml" Id="Rafce5352b7d649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e05e594ecf541a0" /><Relationship Type="http://schemas.openxmlformats.org/officeDocument/2006/relationships/slide" Target="/ppt/slides/slide6.xml" Id="Radf8ecbc125746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Procurement proposal.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 list drives fair comparison.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is part of the ask.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Never set decide-by equal to need-by.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e9a0c59bc423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abb772aa4042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66dd3108f5421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08a69515d942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f3f10143546b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8074a4b776448d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61f9d04c34a44" /><Relationship Type="http://schemas.openxmlformats.org/officeDocument/2006/relationships/notesSlide" Target="/ppt/notesSlides/notesSlide1.xml" Id="R0c953cefff6646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158bc88234e23" /><Relationship Type="http://schemas.openxmlformats.org/officeDocument/2006/relationships/notesSlide" Target="/ppt/notesSlides/notesSlide2.xml" Id="R00f96b66ae3d4b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e7a1d6b4f4299" /><Relationship Type="http://schemas.openxmlformats.org/officeDocument/2006/relationships/notesSlide" Target="/ppt/notesSlides/notesSlide3.xml" Id="R9a08a3c215c141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368b6d7f24f66" /><Relationship Type="http://schemas.openxmlformats.org/officeDocument/2006/relationships/notesSlide" Target="/ppt/notesSlides/notesSlide4.xml" Id="R67fa372a65ee47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74b58987f4d39" /><Relationship Type="http://schemas.openxmlformats.org/officeDocument/2006/relationships/notesSlide" Target="/ppt/notesSlides/notesSlide5.xml" Id="R2950c69c195a40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5ea4309ed483b" /><Relationship Type="http://schemas.openxmlformats.org/officeDocument/2006/relationships/notesSlide" Target="/ppt/notesSlides/notesSlide6.xml" Id="R1f114b3930cf4d55" /></Relationships>
</file>

<file path=ppt/slides/slide1.xml><?xml version="1.0" encoding="utf-8"?>
<p:sld xmlns:p="http://schemas.openxmlformats.org/presentationml/2006/main">
  <p:cSld name="Procurement proposal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05  ·  PROCUREMENT / VENDOR / LICENSE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Procurement proposal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Buy / renew / switch — TCO, lead time, if-no impact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BLUF — purchase decision</a:t>
            </a:r>
          </a:p>
        </p:txBody>
      </p:sp>
      <p:sp>
        <p:nvSpPr>
          <p:cNvPr id="100004" name="TextBox 2"/>
          <p:cNvSpPr txBox="1"/>
          <p:nvPr/>
        </p:nvSpPr>
        <p:spPr>
          <a:xfrm xmlns:a="http://schemas.openxmlformats.org/drawingml/2006/main">
            <a:off x="540000" y="540000"/>
            <a:ext cx="504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Recommend: Vendor A  ·  Term: 3yr  ·  Decide by: [date] (lead time!)</a:t>
            </a:r>
          </a:p>
        </p:txBody>
      </p:sp>
      <p:sp>
        <p:nvSpPr>
          <p:cNvPr id="100006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Buy: [tool/IP/cloud/service] for [use case].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Why now: license expiry / project gate / capacity.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If no: [schedule or compliance impact].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Requirements (must / should)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Must: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Should: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Security / compliance / local support / export control if relevant.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Implementation plan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POC → pilot → full seats.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Owner, training, success criteria, rollback.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0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196000"/>
                <a:gridCol w="2196000"/>
                <a:gridCol w="2196000"/>
                <a:gridCol w="2196000"/>
                <a:gridCol w="2196000"/>
              </a:tblGrid>
              <a:tr h="9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sketch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2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Approve Option A and start procurement path.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Sign-off chain: eng manager → finance → procurement.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Decision date must include vendor lead time.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2026-08-05T16:48:11Z</dcterms:created>
  <cp:lastModifiedBy>OfficeCLI</cp:lastModifiedBy>
  <dcterms:modified xsi:type="dcterms:W3CDTF">2026-08-05T16:48:11Z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2026-08-05T16:48:12Z</vt:lpwstr>
  </op:property>
</op:Properties>
</file>
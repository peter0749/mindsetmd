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2977fe0ed3d431f" /><Relationship Type="http://schemas.openxmlformats.org/package/2006/relationships/metadata/core-properties" Target="/docProps/core.xml" Id="R7041f316048b44b7" /><Relationship Type="http://schemas.openxmlformats.org/officeDocument/2006/relationships/extended-properties" Target="/docProps/app.xml" Id="R50c435091a724dd9" /><Relationship Type="http://schemas.openxmlformats.org/officeDocument/2006/relationships/custom-properties" Target="/docProps/custom.xml" Id="Ra2368a5fec624cc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5d545dfef964055"/>
  </p:notesMasterIdLst>
  <p:sldIdLst>
    <p:sldId id="256" r:id="Rc1628cdaabf4454f"/>
    <p:sldId id="257" r:id="R01d0442028e54f15"/>
    <p:sldId id="258" r:id="R3c2ff428ecec4725"/>
    <p:sldId id="259" r:id="R2c10c04f1aad4b77"/>
    <p:sldId id="260" r:id="R7edbd6f99cad4d50"/>
    <p:sldId id="261" r:id="R1bc7deb34e1c44ce"/>
    <p:sldId id="262" r:id="Rde8234fe903444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1628cdaabf4454f" /><Relationship Type="http://schemas.openxmlformats.org/officeDocument/2006/relationships/notesMaster" Target="/ppt/notesMasters/notesMaster1.xml" Id="R85d545dfef964055" /><Relationship Type="http://schemas.openxmlformats.org/officeDocument/2006/relationships/slide" Target="/ppt/slides/slide2.xml" Id="R01d0442028e54f15" /><Relationship Type="http://schemas.openxmlformats.org/officeDocument/2006/relationships/slide" Target="/ppt/slides/slide3.xml" Id="R3c2ff428ecec4725" /><Relationship Type="http://schemas.openxmlformats.org/officeDocument/2006/relationships/slide" Target="/ppt/slides/slide4.xml" Id="R2c10c04f1aad4b77" /><Relationship Type="http://schemas.openxmlformats.org/officeDocument/2006/relationships/slide" Target="/ppt/slides/slide5.xml" Id="R7edbd6f99cad4d50" /><Relationship Type="http://schemas.openxmlformats.org/officeDocument/2006/relationships/slide" Target="/ppt/slides/slide6.xml" Id="R1bc7deb34e1c44ce" /><Relationship Type="http://schemas.openxmlformats.org/officeDocument/2006/relationships/slide" Target="/ppt/slides/slide7.xml" Id="Rde8234fe903444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922e8d5386e42b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ae6355acdad48b4" /><Relationship Type="http://schemas.openxmlformats.org/officeDocument/2006/relationships/slide" Target="/ppt/slides/slide1.xml" Id="R2c59e7703efe40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7d2d623a8e4ab6" /><Relationship Type="http://schemas.openxmlformats.org/officeDocument/2006/relationships/slide" Target="/ppt/slides/slide2.xml" Id="R99b853c3662c49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bc623e666ce4852" /><Relationship Type="http://schemas.openxmlformats.org/officeDocument/2006/relationships/slide" Target="/ppt/slides/slide3.xml" Id="R74de0c5e049c43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27c379c4004153" /><Relationship Type="http://schemas.openxmlformats.org/officeDocument/2006/relationships/slide" Target="/ppt/slides/slide4.xml" Id="R22bc89c2f36848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8cc11aba10e407c" /><Relationship Type="http://schemas.openxmlformats.org/officeDocument/2006/relationships/slide" Target="/ppt/slides/slide5.xml" Id="Rde1f112ffe8040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3cfbb425fd408c" /><Relationship Type="http://schemas.openxmlformats.org/officeDocument/2006/relationships/slide" Target="/ppt/slides/slide6.xml" Id="R5cd0b2ac15bf40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76e88b3018480f" /><Relationship Type="http://schemas.openxmlformats.org/officeDocument/2006/relationships/slide" Target="/ppt/slides/slide7.xml" Id="Rb20e4d98001643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Technical review: decision package.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State constraints before solution. Do not open with micro-architecture.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visual idea. Offer deep-dive only on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 risk needs owner. Residual risk must be explicit.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with decision sentence. Capture owner and date live.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f23fbf356741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dbedff83224f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6b328e2c3e49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57d49b16e4f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f9516064f7439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005d8bb5a0e466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39cbbe3a04a56" /><Relationship Type="http://schemas.openxmlformats.org/officeDocument/2006/relationships/notesSlide" Target="/ppt/notesSlides/notesSlide1.xml" Id="Rbf49de22cd6c4a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37a1f4dee4dbe" /><Relationship Type="http://schemas.openxmlformats.org/officeDocument/2006/relationships/notesSlide" Target="/ppt/notesSlides/notesSlide2.xml" Id="Rab55e924bf4240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f07ec82004796" /><Relationship Type="http://schemas.openxmlformats.org/officeDocument/2006/relationships/notesSlide" Target="/ppt/notesSlides/notesSlide3.xml" Id="Rd3828c2c6da540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4100c8172442c" /><Relationship Type="http://schemas.openxmlformats.org/officeDocument/2006/relationships/notesSlide" Target="/ppt/notesSlides/notesSlide4.xml" Id="R79395a9bedfd40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597c3dca14866" /><Relationship Type="http://schemas.openxmlformats.org/officeDocument/2006/relationships/notesSlide" Target="/ppt/notesSlides/notesSlide5.xml" Id="Rbc0d0d2f6eea4e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7d230596549f6" /><Relationship Type="http://schemas.openxmlformats.org/officeDocument/2006/relationships/notesSlide" Target="/ppt/notesSlides/notesSlide6.xml" Id="R8ed066b9493840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a3a5a39004c3e" /><Relationship Type="http://schemas.openxmlformats.org/officeDocument/2006/relationships/notesSlide" Target="/ppt/notesSlides/notesSlide7.xml" Id="Rc4b958d5e85d4455" /></Relationships>
</file>

<file path=ppt/slides/slide1.xml><?xml version="1.0" encoding="utf-8"?>
<p:sld xmlns:p="http://schemas.openxmlformats.org/presentationml/2006/main">
  <p:cSld name="Technical review: decision packa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01  ·  DESIGN / TECH REVIEW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Technical review: decision package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Architecture / design freeze / major change — options before deep walkthrough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BLUF — decision needed</a:t>
            </a:r>
          </a:p>
        </p:txBody>
      </p:sp>
      <p:sp>
        <p:nvSpPr>
          <p:cNvPr id="100004" name="TextBox 2"/>
          <p:cNvSpPr txBox="1"/>
          <p:nvPr/>
        </p:nvSpPr>
        <p:spPr>
          <a:xfrm xmlns:a="http://schemas.openxmlformats.org/drawingml/2006/main">
            <a:off x="540000" y="540000"/>
            <a:ext cx="50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Status: YELLOW  ·  Decision: Approve Option B (phased) by Friday</a:t>
            </a:r>
          </a:p>
        </p:txBody>
      </p:sp>
      <p:sp>
        <p:nvSpPr>
          <p:cNvPr id="100006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Goal: ship Program Alpha milestone without silent risk acceptance.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Difficulty: [constraint — e.g. interface freeze / PPA / schedule].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Recommendation: Option B — phased rollout with feature flags / limited cohort.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If no decision: default equals Option C (do nothing) with accepted risk documented.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Problem, goal, constraints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Problem: [who is hurt / what fails].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Success looks like: [measurable exit criteria].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Constraints: schedule gate  |  PPA or SLO  |  capacity  |  dependency (IP / platform / team).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IC note: map to Arch → RTL freeze → DV exit → Tape-out as applicable.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Design sketch (one page)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Keep one block diagram or interface table here.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Boundary / responsibility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Data or signal path at a glance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What is explicitly out of scope this review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Details → backup annex if asked.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Risks &amp; mitigations (top 3)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1. [Risk] — mitigation: … — owner: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2. [Risk] — mitigation: … — owner: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3. [Risk] — mitigation: … — owner: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Residual risk after recommendation: [one sentence].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1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196000"/>
                <a:gridCol w="2196000"/>
                <a:gridCol w="2196000"/>
                <a:gridCol w="2196000"/>
                <a:gridCol w="2196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scope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extra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Core 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gate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Do nothing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2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3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Decision: Approve B / A / C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Owner: [Name / role]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By: [date]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Follow-ups: update design doc; notify dependent teams; schedule next gate.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2026-08-05T16:48:00Z</dcterms:created>
  <cp:lastModifiedBy>OfficeCLI</cp:lastModifiedBy>
  <dcterms:modified xsi:type="dcterms:W3CDTF">2026-08-05T16:48:00Z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2026-08-05T16:48:02Z</vt:lpwstr>
  </op:property>
</op:Properties>
</file>
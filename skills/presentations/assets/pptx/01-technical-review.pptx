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add417055ad4856" /><Relationship Type="http://schemas.openxmlformats.org/package/2006/relationships/metadata/core-properties" Target="/docProps/core.xml" Id="R68d340de2b9a4de3" /><Relationship Type="http://schemas.openxmlformats.org/officeDocument/2006/relationships/extended-properties" Target="/docProps/app.xml" Id="R3f31967a88914df6" /><Relationship Type="http://schemas.openxmlformats.org/officeDocument/2006/relationships/custom-properties" Target="/docProps/custom.xml" Id="R2ff6a518fcd9446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c10dd12d1774ca4"/>
  </p:notesMasterIdLst>
  <p:sldIdLst>
    <p:sldId id="256" r:id="Rfec5b1f4840d426a"/>
    <p:sldId id="257" r:id="R59f98cded31b47ab"/>
    <p:sldId id="258" r:id="R7f897b7bd7a747d3"/>
    <p:sldId id="259" r:id="R7006156733a34187"/>
    <p:sldId id="260" r:id="R45a60f9fff5542ea"/>
    <p:sldId id="261" r:id="Rabe97c3d02564156"/>
    <p:sldId id="262" r:id="Re448d4f0cd0b46e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ec5b1f4840d426a" /><Relationship Type="http://schemas.openxmlformats.org/officeDocument/2006/relationships/notesMaster" Target="/ppt/notesMasters/notesMaster1.xml" Id="R8c10dd12d1774ca4" /><Relationship Type="http://schemas.openxmlformats.org/officeDocument/2006/relationships/slide" Target="/ppt/slides/slide2.xml" Id="R59f98cded31b47ab" /><Relationship Type="http://schemas.openxmlformats.org/officeDocument/2006/relationships/slide" Target="/ppt/slides/slide3.xml" Id="R7f897b7bd7a747d3" /><Relationship Type="http://schemas.openxmlformats.org/officeDocument/2006/relationships/slide" Target="/ppt/slides/slide4.xml" Id="R7006156733a34187" /><Relationship Type="http://schemas.openxmlformats.org/officeDocument/2006/relationships/slide" Target="/ppt/slides/slide5.xml" Id="R45a60f9fff5542ea" /><Relationship Type="http://schemas.openxmlformats.org/officeDocument/2006/relationships/slide" Target="/ppt/slides/slide6.xml" Id="Rabe97c3d02564156" /><Relationship Type="http://schemas.openxmlformats.org/officeDocument/2006/relationships/slide" Target="/ppt/slides/slide7.xml" Id="Re448d4f0cd0b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a6a70649a7e406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eac2e22302a44dc" /><Relationship Type="http://schemas.openxmlformats.org/officeDocument/2006/relationships/slide" Target="/ppt/slides/slide1.xml" Id="Rd839bf033e3e40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f408655f2964998" /><Relationship Type="http://schemas.openxmlformats.org/officeDocument/2006/relationships/slide" Target="/ppt/slides/slide2.xml" Id="R042ec59e977149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7b0f65b908415b" /><Relationship Type="http://schemas.openxmlformats.org/officeDocument/2006/relationships/slide" Target="/ppt/slides/slide3.xml" Id="Re2fc4e9ba61c48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1719da365374c54" /><Relationship Type="http://schemas.openxmlformats.org/officeDocument/2006/relationships/slide" Target="/ppt/slides/slide4.xml" Id="R7db332d4fa244e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26833e1198549d2" /><Relationship Type="http://schemas.openxmlformats.org/officeDocument/2006/relationships/slide" Target="/ppt/slides/slide5.xml" Id="R75681dbd341242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36754f1a1f64800" /><Relationship Type="http://schemas.openxmlformats.org/officeDocument/2006/relationships/slide" Target="/ppt/slides/slide6.xml" Id="R8cb842ad48a74e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1c5967d06704be9" /><Relationship Type="http://schemas.openxmlformats.org/officeDocument/2006/relationships/slide" Target="/ppt/slides/slide7.xml" Id="Rc17eecb3a13d45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Technical review: decision package.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State constraints before solution. Do not open with micro-architecture.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One visual idea. Offer deep-dive only on request.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risk needs owner. Residual risk must be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on recommendation. Avoid re-deriving analysis aloud.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with decision sentence. Capture owner and date live.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927cb5e4f41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fcbec4d9c4d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d994622c84a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89d82785549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0defa712f410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338d0879f9b492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cf4fe89c24102" /><Relationship Type="http://schemas.openxmlformats.org/officeDocument/2006/relationships/notesSlide" Target="/ppt/notesSlides/notesSlide1.xml" Id="R8bdb47adfa7146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319945ae54117" /><Relationship Type="http://schemas.openxmlformats.org/officeDocument/2006/relationships/notesSlide" Target="/ppt/notesSlides/notesSlide2.xml" Id="R69d09a2d2c5149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92636e38041ea" /><Relationship Type="http://schemas.openxmlformats.org/officeDocument/2006/relationships/notesSlide" Target="/ppt/notesSlides/notesSlide3.xml" Id="R7ec3c63481a341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c5e9ccab34b1b" /><Relationship Type="http://schemas.openxmlformats.org/officeDocument/2006/relationships/notesSlide" Target="/ppt/notesSlides/notesSlide4.xml" Id="R4722b18b37b84c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41043cb24438d" /><Relationship Type="http://schemas.openxmlformats.org/officeDocument/2006/relationships/notesSlide" Target="/ppt/notesSlides/notesSlide5.xml" Id="R89f7d6baafb2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8054826594a3d" /><Relationship Type="http://schemas.openxmlformats.org/officeDocument/2006/relationships/notesSlide" Target="/ppt/notesSlides/notesSlide6.xml" Id="R8669abd102e442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d76d704b44ed9" /><Relationship Type="http://schemas.openxmlformats.org/officeDocument/2006/relationships/notesSlide" Target="/ppt/notesSlides/notesSlide7.xml" Id="R63e98375655d466c" /></Relationships>
</file>

<file path=ppt/slides/slide1.xml><?xml version="1.0" encoding="utf-8"?>
<p:sld xmlns:p="http://schemas.openxmlformats.org/presentationml/2006/main">
  <p:cSld name="Technical review: decision package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01  ·  DESIGN / TECH REVIEW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Technical review: decision package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Architecture / design freeze / major change — options before deep walkthrough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decision neede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40000" y="432000"/>
            <a:ext cx="109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A202C"/>
                </a:solidFill>
                <a:latin typeface="Calibri"/>
                <a:ea typeface="Calibri"/>
              </a:rPr>
              <a:t>BLUF — decision needed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40000" y="1188000"/>
            <a:ext cx="576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Status: YELLOW  ·  Decision: Approve Option B (phased) by Friday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Goal: ship Program Alpha milestone without silent risk acceptance.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Difficulty: [constraint — e.g. interface freeze / PPA / schedule].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Recommendation: Option B — phased rollout with feature flags / limited cohort.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If no decision: default equals Option C (do nothing) with accepted risk documented.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Problem, goal, constraints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Problem: [who is hurt / what fails].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Success looks like: [measurable exit criteria].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Constraints: schedule gate  |  PPA or SLO  |  capacity  |  dependency (IP / platform / team).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IC note: map to Arch → RTL freeze → DV exit → Tape-out as applicable.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Design sketch (one page)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Keep one block diagram or interface table here.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Boundary / responsibility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Data or signal path at a glance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What is explicitly out of scope this review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Details → backup annex if asked.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Risks &amp; mitigations (top 3)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1. [Risk] — mitigation: … — owner: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2. [Risk] — mitigation: … — owner: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3. [Risk] — mitigation: … — owner: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Residual risk after recommendation: [one sentence].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Options &amp; recommendation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540000" y="1404000"/>
            <a:ext cx="109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bold in the table. Decision owner must pick by the date on the Ask slide.</a:t>
            </a:r>
          </a:p>
        </p:txBody>
      </p:sp>
      <p:graphicFrame>
        <p:nvGraphicFramePr>
          <p:cNvPr id="100012" name="Table 1"/>
          <p:cNvGraphicFramePr/>
          <p:nvPr/>
        </p:nvGraphicFramePr>
        <p:xfrm>
          <a:off xmlns:a="http://schemas.openxmlformats.org/drawingml/2006/main" x="540000" y="1944000"/>
          <a:ext xmlns:a="http://schemas.openxmlformats.org/drawingml/2006/main" cx="1098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6000"/>
                <a:gridCol w="2196000"/>
                <a:gridCol w="2196000"/>
                <a:gridCol w="2196000"/>
                <a:gridCol w="2196000"/>
              </a:tblGrid>
              <a:tr h="9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Schedule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Capacity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 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Full scope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 extra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B Phased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Core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+1 gate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 Do nothing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Status quo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Accepted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Decision: Approve B / A / C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Owner: [Name / role]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By: [date]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Follow-ups: update design doc; notify dependent teams; schedule next gate.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2026-08-05T16:55:57Z</dcterms:created>
  <cp:lastModifiedBy>OfficeCLI</cp:lastModifiedBy>
  <dcterms:modified xsi:type="dcterms:W3CDTF">2026-08-05T16:55:57Z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2026-08-05T16:55:58Z</vt:lpwstr>
  </op:property>
</op:Properties>
</file>
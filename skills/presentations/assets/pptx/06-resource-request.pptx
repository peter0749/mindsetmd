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c28930603a2427a" /><Relationship Type="http://schemas.openxmlformats.org/package/2006/relationships/metadata/core-properties" Target="/docProps/core.xml" Id="Rfaa8b057131b4b83" /><Relationship Type="http://schemas.openxmlformats.org/officeDocument/2006/relationships/extended-properties" Target="/docProps/app.xml" Id="R05ac03ca5b144e77" /><Relationship Type="http://schemas.openxmlformats.org/officeDocument/2006/relationships/custom-properties" Target="/docProps/custom.xml" Id="Re59ba53be9e649b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8a2443f7ee924d70"/>
  </p:notesMasterIdLst>
  <p:sldIdLst>
    <p:sldId id="256" r:id="Rffe79b15a0714af1"/>
    <p:sldId id="257" r:id="R46b80b913a35453c"/>
    <p:sldId id="258" r:id="R13512f16e5674a27"/>
    <p:sldId id="259" r:id="R1dd9267839464bbb"/>
    <p:sldId id="260" r:id="R54441874a7f04cf6"/>
    <p:sldId id="261" r:id="Ra5b8f5bd8aa2491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fe79b15a0714af1" /><Relationship Type="http://schemas.openxmlformats.org/officeDocument/2006/relationships/notesMaster" Target="/ppt/notesMasters/notesMaster1.xml" Id="R8a2443f7ee924d70" /><Relationship Type="http://schemas.openxmlformats.org/officeDocument/2006/relationships/slide" Target="/ppt/slides/slide2.xml" Id="R46b80b913a35453c" /><Relationship Type="http://schemas.openxmlformats.org/officeDocument/2006/relationships/slide" Target="/ppt/slides/slide3.xml" Id="R13512f16e5674a27" /><Relationship Type="http://schemas.openxmlformats.org/officeDocument/2006/relationships/slide" Target="/ppt/slides/slide4.xml" Id="R1dd9267839464bbb" /><Relationship Type="http://schemas.openxmlformats.org/officeDocument/2006/relationships/slide" Target="/ppt/slides/slide5.xml" Id="R54441874a7f04cf6" /><Relationship Type="http://schemas.openxmlformats.org/officeDocument/2006/relationships/slide" Target="/ppt/slides/slide6.xml" Id="Ra5b8f5bd8aa249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77f70bf00ee426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1e821c8053344b0" /><Relationship Type="http://schemas.openxmlformats.org/officeDocument/2006/relationships/slide" Target="/ppt/slides/slide1.xml" Id="Rd14930188c2146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7c60cdb83714b25" /><Relationship Type="http://schemas.openxmlformats.org/officeDocument/2006/relationships/slide" Target="/ppt/slides/slide2.xml" Id="Rbf3c61d6818345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0df7da1e04f4fb6" /><Relationship Type="http://schemas.openxmlformats.org/officeDocument/2006/relationships/slide" Target="/ppt/slides/slide3.xml" Id="R3604584e155546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ff5017fb6fe4cc4" /><Relationship Type="http://schemas.openxmlformats.org/officeDocument/2006/relationships/slide" Target="/ppt/slides/slide4.xml" Id="R8f37006f7e404a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0d65418b6e34269" /><Relationship Type="http://schemas.openxmlformats.org/officeDocument/2006/relationships/slide" Target="/ppt/slides/slide5.xml" Id="R1c4d913f07e642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a0749abbe254178" /><Relationship Type="http://schemas.openxmlformats.org/officeDocument/2006/relationships/slide" Target="/ppt/slides/slide6.xml" Id="R8194964cedbd4d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for Resource request. State purpose in 10 seconds.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Read BLUF first. Do not walk chronology before the ask is clear.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Backwards from roadmap, not from busyness.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Make leadership choose trade-offs.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on recommendation. Avoid re-deriving analysis aloud.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a trade-off decision, not a comfort request.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f255a1d0b42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206d4211343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887c5ae314b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0de8170cb41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e855c0c3f486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e0ea99a4d9b4d3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3ffcf09744cb7" /><Relationship Type="http://schemas.openxmlformats.org/officeDocument/2006/relationships/notesSlide" Target="/ppt/notesSlides/notesSlide1.xml" Id="Re6d9d28bb50d4e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007e15afc48b5" /><Relationship Type="http://schemas.openxmlformats.org/officeDocument/2006/relationships/notesSlide" Target="/ppt/notesSlides/notesSlide2.xml" Id="R7b7339412e294c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14c1da74b4441" /><Relationship Type="http://schemas.openxmlformats.org/officeDocument/2006/relationships/notesSlide" Target="/ppt/notesSlides/notesSlide3.xml" Id="R1b07d52d7f794d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eb7666820470a" /><Relationship Type="http://schemas.openxmlformats.org/officeDocument/2006/relationships/notesSlide" Target="/ppt/notesSlides/notesSlide4.xml" Id="R4540b80fa34e43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c9e95232b4ffd" /><Relationship Type="http://schemas.openxmlformats.org/officeDocument/2006/relationships/notesSlide" Target="/ppt/notesSlides/notesSlide5.xml" Id="Rfcf5cb5c415445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d51ac50704f0b" /><Relationship Type="http://schemas.openxmlformats.org/officeDocument/2006/relationships/notesSlide" Target="/ppt/notesSlides/notesSlide6.xml" Id="R3ff8a9182b434360" /></Relationships>
</file>

<file path=ppt/slides/slide1.xml><?xml version="1.0" encoding="utf-8"?>
<p:sld xmlns:p="http://schemas.openxmlformats.org/presentationml/2006/main">
  <p:cSld name="Resource request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40000" y="10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CADCFC"/>
                </a:solidFill>
                <a:latin typeface="Calibri"/>
                <a:ea typeface="Calibri"/>
              </a:rPr>
              <a:t>SCENARIO 06  ·  HEADCOUNT / BUDGET / AIR COVER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40000" y="1548000"/>
            <a:ext cx="108000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Resource request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40000" y="2700000"/>
            <a:ext cx="1080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CADCFC"/>
                </a:solidFill>
                <a:latin typeface="Calibri"/>
                <a:ea typeface="Calibri"/>
              </a:rPr>
              <a:t>Outcome-linked capacity — context B staffing math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40000" y="6048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A0AEC0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BLUF — resource ask</a:t>
            </a:r>
          </a:p>
        </p:txBody>
      </p:sp>
      <p:sp>
        <p:nvSpPr>
          <p:cNvPr id="100004" name="TextBox 2"/>
          <p:cNvSpPr txBox="1"/>
          <p:nvPr/>
        </p:nvSpPr>
        <p:spPr>
          <a:xfrm xmlns:a="http://schemas.openxmlformats.org/drawingml/2006/main">
            <a:off x="540000" y="540000"/>
            <a:ext cx="504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05" name="TextBox 3"/>
          <p:cNvSpPr txBox="1"/>
          <p:nvPr/>
        </p:nvSpPr>
        <p:spPr>
          <a:xfrm xmlns:a="http://schemas.openxmlformats.org/drawingml/2006/main">
            <a:off x="540000" y="1512000"/>
            <a:ext cx="1098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Ask: +N [role]  ·  If no: [commit X slips]  ·  Decide by: [date]</a:t>
            </a:r>
          </a:p>
        </p:txBody>
      </p:sp>
      <p:sp>
        <p:nvSpPr>
          <p:cNvPr id="100006" name="TextBox 4"/>
          <p:cNvSpPr txBox="1"/>
          <p:nvPr/>
        </p:nvSpPr>
        <p:spPr>
          <a:xfrm xmlns:a="http://schemas.openxmlformats.org/drawingml/2006/main">
            <a:off x="540000" y="2196000"/>
            <a:ext cx="10980000" cy="40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Outcome unlocked: [milestone / OKR].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Role closes capability gap: [what nobody can do today].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Capacity math: headcount context B — include unplanned 20–30% in demand.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(Quarter plan still uses context A once staffed.)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Linked roadmap outcomes</a:t>
            </a:r>
          </a:p>
        </p:txBody>
      </p:sp>
      <p:sp>
        <p:nvSpPr>
          <p:cNvPr id="100007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Roadmap items blocked without capacity: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•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•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Hiring lag assumption: 3–6 months to productive (adjust to market).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If declined (explicit)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Slip / descope table: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• Project P → next half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• Goal G at risk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• Sustainability signal (facts only)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Options &amp; recommendation</a:t>
            </a:r>
          </a:p>
        </p:txBody>
      </p:sp>
      <p:sp>
        <p:nvSpPr>
          <p:cNvPr id="100009" name="TextBox 2"/>
          <p:cNvSpPr txBox="1"/>
          <p:nvPr/>
        </p:nvSpPr>
        <p:spPr>
          <a:xfrm xmlns:a="http://schemas.openxmlformats.org/drawingml/2006/main">
            <a:off x="540000" y="1404000"/>
            <a:ext cx="109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bold in the table. Decision owner must pick by the date on the Ask slide.</a:t>
            </a:r>
          </a:p>
        </p:txBody>
      </p:sp>
      <p:graphicFrame>
        <p:nvGraphicFramePr>
          <p:cNvPr id="100010" name="Table 1"/>
          <p:cNvGraphicFramePr/>
          <p:nvPr/>
        </p:nvGraphicFramePr>
        <p:xfrm>
          <a:off xmlns:a="http://schemas.openxmlformats.org/drawingml/2006/main" x="540000" y="1944000"/>
          <a:ext xmlns:a="http://schemas.openxmlformats.org/drawingml/2006/main" cx="10980000" cy="36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45000"/>
                <a:gridCol w="2745000"/>
                <a:gridCol w="2745000"/>
                <a:gridCol w="2745000"/>
              </a:tblGrid>
              <a:tr h="90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Deliverable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Full approve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All named outcomes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 HC /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Lowest schedule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Subset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No hire + descope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Cut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0 HC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Miss original commit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Decision &amp; ask</a:t>
            </a:r>
          </a:p>
        </p:txBody>
      </p:sp>
      <p:sp>
        <p:nvSpPr>
          <p:cNvPr id="100011" name="TextBox 2"/>
          <p:cNvSpPr txBox="1"/>
          <p:nvPr/>
        </p:nvSpPr>
        <p:spPr>
          <a:xfrm xmlns:a="http://schemas.openxmlformats.org/drawingml/2006/main">
            <a:off x="540000" y="1404000"/>
            <a:ext cx="109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12" name="TextBox 3"/>
          <p:cNvSpPr txBox="1"/>
          <p:nvPr/>
        </p:nvSpPr>
        <p:spPr>
          <a:xfrm xmlns:a="http://schemas.openxmlformats.org/drawingml/2006/main">
            <a:off x="540000" y="1764000"/>
            <a:ext cx="1098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Decision: Full / Partial / Descope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Open req by: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Air cover needed in steering: restate priority of [initiative].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2026-08-05T16:48:13Z</dcterms:created>
  <cp:lastModifiedBy>OfficeCLI</cp:lastModifiedBy>
  <dcterms:modified xsi:type="dcterms:W3CDTF">2026-08-05T16:48:13Z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2026-08-05T16:48:15Z</vt:lpwstr>
  </op:property>
</op:Properties>
</file>
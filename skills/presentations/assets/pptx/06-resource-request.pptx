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812ed873c6242d7" /><Relationship Type="http://schemas.openxmlformats.org/package/2006/relationships/metadata/core-properties" Target="/docProps/core.xml" Id="Rc50e9ef6020c49d9" /><Relationship Type="http://schemas.openxmlformats.org/officeDocument/2006/relationships/extended-properties" Target="/docProps/app.xml" Id="R6deb3cd2326b4bf6" /><Relationship Type="http://schemas.openxmlformats.org/officeDocument/2006/relationships/custom-properties" Target="/docProps/custom.xml" Id="R651c465f92c44df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c57c9a74109e4a80"/>
  </p:notesMasterIdLst>
  <p:sldIdLst>
    <p:sldId id="256" r:id="R727f4d5e5929448b"/>
    <p:sldId id="257" r:id="Rf2995628eeee4b3d"/>
    <p:sldId id="258" r:id="R6e2ae747db1847df"/>
    <p:sldId id="259" r:id="R86fdc82277e54bf7"/>
    <p:sldId id="260" r:id="Re105c7bd320e41f9"/>
    <p:sldId id="261" r:id="R3b65df41caa24ca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727f4d5e5929448b" /><Relationship Type="http://schemas.openxmlformats.org/officeDocument/2006/relationships/notesMaster" Target="/ppt/notesMasters/notesMaster1.xml" Id="Rc57c9a74109e4a80" /><Relationship Type="http://schemas.openxmlformats.org/officeDocument/2006/relationships/slide" Target="/ppt/slides/slide2.xml" Id="Rf2995628eeee4b3d" /><Relationship Type="http://schemas.openxmlformats.org/officeDocument/2006/relationships/slide" Target="/ppt/slides/slide3.xml" Id="R6e2ae747db1847df" /><Relationship Type="http://schemas.openxmlformats.org/officeDocument/2006/relationships/slide" Target="/ppt/slides/slide4.xml" Id="R86fdc82277e54bf7" /><Relationship Type="http://schemas.openxmlformats.org/officeDocument/2006/relationships/slide" Target="/ppt/slides/slide5.xml" Id="Re105c7bd320e41f9" /><Relationship Type="http://schemas.openxmlformats.org/officeDocument/2006/relationships/slide" Target="/ppt/slides/slide6.xml" Id="R3b65df41caa24c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4c48342e4a24a12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2f9f6264af64732" /><Relationship Type="http://schemas.openxmlformats.org/officeDocument/2006/relationships/slide" Target="/ppt/slides/slide1.xml" Id="Rd00c47416cc4459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6cdf9f35b364d5d" /><Relationship Type="http://schemas.openxmlformats.org/officeDocument/2006/relationships/slide" Target="/ppt/slides/slide2.xml" Id="R3e24592326d14f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b12c015d2fc4ca1" /><Relationship Type="http://schemas.openxmlformats.org/officeDocument/2006/relationships/slide" Target="/ppt/slides/slide3.xml" Id="R0c9d4a394b9f41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4529066d2db4a9e" /><Relationship Type="http://schemas.openxmlformats.org/officeDocument/2006/relationships/slide" Target="/ppt/slides/slide4.xml" Id="Radd1e06c27e341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683ff16dd2d4e45" /><Relationship Type="http://schemas.openxmlformats.org/officeDocument/2006/relationships/slide" Target="/ppt/slides/slide5.xml" Id="R1af4b8533e3747d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aa85de0f5744e88" /><Relationship Type="http://schemas.openxmlformats.org/officeDocument/2006/relationships/slide" Target="/ppt/slides/slide6.xml" Id="R8fd3acb3c5d644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for Resource request. State purpose in 10 seconds.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Read BLUF first. Do not walk chronology before the ask is clear.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Backwards from roadmap, not from busyness.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Make leadership choose trade-offs.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on recommendation. Avoid re-deriving analysis aloud.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This is a trade-off decision, not a comfort request.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b242d0b8cd41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1f4d7cd9f34d8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e4840ebdd04fe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41d7202d974e1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f42adae849406b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b1175892d7884128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582b105ca547af" /><Relationship Type="http://schemas.openxmlformats.org/officeDocument/2006/relationships/notesSlide" Target="/ppt/notesSlides/notesSlide1.xml" Id="Rad45d4828e4443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633826b484522" /><Relationship Type="http://schemas.openxmlformats.org/officeDocument/2006/relationships/notesSlide" Target="/ppt/notesSlides/notesSlide2.xml" Id="Ra1fe3b2a61d245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5b92d8a13347b0" /><Relationship Type="http://schemas.openxmlformats.org/officeDocument/2006/relationships/notesSlide" Target="/ppt/notesSlides/notesSlide3.xml" Id="R03a9dc2c9f8f41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ee91326ae4251" /><Relationship Type="http://schemas.openxmlformats.org/officeDocument/2006/relationships/notesSlide" Target="/ppt/notesSlides/notesSlide4.xml" Id="R6e1c4d2f10b6445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720c09ec624d4d" /><Relationship Type="http://schemas.openxmlformats.org/officeDocument/2006/relationships/notesSlide" Target="/ppt/notesSlides/notesSlide5.xml" Id="R047b1e621b0d4f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773f2eb5e9415a" /><Relationship Type="http://schemas.openxmlformats.org/officeDocument/2006/relationships/notesSlide" Target="/ppt/notesSlides/notesSlide6.xml" Id="R4647874fc6b84284" /></Relationships>
</file>

<file path=ppt/slides/slide1.xml><?xml version="1.0" encoding="utf-8"?>
<p:sld xmlns:p="http://schemas.openxmlformats.org/presentationml/2006/main">
  <p:cSld name="Resource reques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40000" y="108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CADCFC"/>
                </a:solidFill>
                <a:latin typeface="Calibri"/>
                <a:ea typeface="Calibri"/>
              </a:rPr>
              <a:t>SCENARIO 06  ·  HEADCOUNT / BUDGET / AIR COVER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40000" y="1548000"/>
            <a:ext cx="10800000" cy="100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Resource request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40000" y="2700000"/>
            <a:ext cx="10800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CADCFC"/>
                </a:solidFill>
                <a:latin typeface="Calibri"/>
                <a:ea typeface="Calibri"/>
              </a:rPr>
              <a:t>Outcome-linked capacity — context B staffing math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40000" y="6048000"/>
            <a:ext cx="1080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A0AEC0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resource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40000" y="432000"/>
            <a:ext cx="1098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A202C"/>
                </a:solidFill>
                <a:latin typeface="Calibri"/>
                <a:ea typeface="Calibri"/>
              </a:rPr>
              <a:t>BLUF — resource ask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40000" y="1188000"/>
            <a:ext cx="576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40000" y="1512000"/>
            <a:ext cx="109800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Calibri"/>
                <a:ea typeface="Calibri"/>
              </a:rPr>
              <a:t>Ask: +N [role]  ·  If no: [commit X slips]  ·  Decide by: [date]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40000" y="2196000"/>
            <a:ext cx="10980000" cy="40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Outcome unlocked: [milestone / OKR].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Role closes capability gap: [what nobody can do today].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Capacity math: headcount context B — include unplanned 20–30% in demand.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(Quarter plan still uses context A once staffed.)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Linked roadmap outcomes</a:t>
            </a:r>
          </a:p>
        </p:txBody>
      </p:sp>
      <p:sp>
        <p:nvSpPr>
          <p:cNvPr id="100008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Roadmap items blocked without capacity: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•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•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Hiring lag assumption: 3–6 months to productive (adjust to market).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If declined (explicit)</a:t>
            </a:r>
          </a:p>
        </p:txBody>
      </p:sp>
      <p:sp>
        <p:nvSpPr>
          <p:cNvPr id="100009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Slip / descope table: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• Project P → next half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• Goal G at risk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• Sustainability signal (facts only)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Options &amp; recommendation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40000" y="1404000"/>
            <a:ext cx="10980000" cy="46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bold in the table. Decision owner must pick by the date on the Ask slide.</a:t>
            </a:r>
          </a:p>
        </p:txBody>
      </p:sp>
      <p:graphicFrame>
        <p:nvGraphicFramePr>
          <p:cNvPr id="100011" name="Table 1"/>
          <p:cNvGraphicFramePr/>
          <p:nvPr/>
        </p:nvGraphicFramePr>
        <p:xfrm>
          <a:off xmlns:a="http://schemas.openxmlformats.org/drawingml/2006/main" x="540000" y="1944000"/>
          <a:ext xmlns:a="http://schemas.openxmlformats.org/drawingml/2006/main" cx="10980000" cy="36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45000"/>
                <a:gridCol w="2745000"/>
                <a:gridCol w="2745000"/>
                <a:gridCol w="2745000"/>
              </a:tblGrid>
              <a:tr h="900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Deliverable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Full approve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All named outcomes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 HC / 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Lowest schedule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Subset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 hire + descope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Cut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 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Miss original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Decision &amp; ask</a:t>
            </a:r>
          </a:p>
        </p:txBody>
      </p:sp>
      <p:sp>
        <p:nvSpPr>
          <p:cNvPr id="100012" name="TextBox 2"/>
          <p:cNvSpPr txBox="1"/>
          <p:nvPr/>
        </p:nvSpPr>
        <p:spPr>
          <a:xfrm xmlns:a="http://schemas.openxmlformats.org/drawingml/2006/main">
            <a:off x="540000" y="1404000"/>
            <a:ext cx="109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13" name="TextBox 3"/>
          <p:cNvSpPr txBox="1"/>
          <p:nvPr/>
        </p:nvSpPr>
        <p:spPr>
          <a:xfrm xmlns:a="http://schemas.openxmlformats.org/drawingml/2006/main">
            <a:off x="540000" y="1764000"/>
            <a:ext cx="10980000" cy="39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Decision: Full / Partial / Descope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Open req by: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Air cover needed in steering: restate priority of [initiative].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2026-08-05T16:56:13Z</dcterms:created>
  <cp:lastModifiedBy>OfficeCLI</cp:lastModifiedBy>
  <dcterms:modified xsi:type="dcterms:W3CDTF">2026-08-05T16:56:13Z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2026-08-05T16:56:14Z</vt:lpwstr>
  </op:property>
</op:Properties>
</file>
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615d0314c094f45" /><Relationship Type="http://schemas.openxmlformats.org/package/2006/relationships/metadata/core-properties" Target="/docProps/core.xml" Id="R34f81d2f43c245e8" /><Relationship Type="http://schemas.openxmlformats.org/officeDocument/2006/relationships/extended-properties" Target="/docProps/app.xml" Id="Rb025670403214731" /><Relationship Type="http://schemas.openxmlformats.org/officeDocument/2006/relationships/custom-properties" Target="/docProps/custom.xml" Id="R665abc67618f47e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fe38ea390d24211"/>
  </p:notesMasterIdLst>
  <p:sldIdLst>
    <p:sldId id="256" r:id="R4960d0dfcba045cb"/>
    <p:sldId id="257" r:id="Rb5986b2213ef4c11"/>
    <p:sldId id="258" r:id="Rcc4f22222a014bc7"/>
    <p:sldId id="259" r:id="Rfda36d52e26a42e2"/>
    <p:sldId id="260" r:id="Ra3a414d530a14976"/>
    <p:sldId id="261" r:id="R3171800971634826"/>
    <p:sldId id="262" r:id="R8553cbda76824f3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960d0dfcba045cb" /><Relationship Type="http://schemas.openxmlformats.org/officeDocument/2006/relationships/notesMaster" Target="/ppt/notesMasters/notesMaster1.xml" Id="R6fe38ea390d24211" /><Relationship Type="http://schemas.openxmlformats.org/officeDocument/2006/relationships/slide" Target="/ppt/slides/slide2.xml" Id="Rb5986b2213ef4c11" /><Relationship Type="http://schemas.openxmlformats.org/officeDocument/2006/relationships/slide" Target="/ppt/slides/slide3.xml" Id="Rcc4f22222a014bc7" /><Relationship Type="http://schemas.openxmlformats.org/officeDocument/2006/relationships/slide" Target="/ppt/slides/slide4.xml" Id="Rfda36d52e26a42e2" /><Relationship Type="http://schemas.openxmlformats.org/officeDocument/2006/relationships/slide" Target="/ppt/slides/slide5.xml" Id="Ra3a414d530a14976" /><Relationship Type="http://schemas.openxmlformats.org/officeDocument/2006/relationships/slide" Target="/ppt/slides/slide6.xml" Id="R3171800971634826" /><Relationship Type="http://schemas.openxmlformats.org/officeDocument/2006/relationships/slide" Target="/ppt/slides/slide7.xml" Id="R8553cbda76824f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9d8a4a5da014f05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46bd8bd4cbb459e" /><Relationship Type="http://schemas.openxmlformats.org/officeDocument/2006/relationships/slide" Target="/ppt/slides/slide1.xml" Id="R6b4c8aa0c7904e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1f1f0e6b28f413b" /><Relationship Type="http://schemas.openxmlformats.org/officeDocument/2006/relationships/slide" Target="/ppt/slides/slide2.xml" Id="Rc8c3f96f3a2e45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dca056d88b74809" /><Relationship Type="http://schemas.openxmlformats.org/officeDocument/2006/relationships/slide" Target="/ppt/slides/slide3.xml" Id="R82256ce89e0944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7e85d6d1fe348e5" /><Relationship Type="http://schemas.openxmlformats.org/officeDocument/2006/relationships/slide" Target="/ppt/slides/slide4.xml" Id="Ra1e2193f691245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70946eb33894d86" /><Relationship Type="http://schemas.openxmlformats.org/officeDocument/2006/relationships/slide" Target="/ppt/slides/slide5.xml" Id="R6d6cc7dc593a4dd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76a26bbcbdb46b3" /><Relationship Type="http://schemas.openxmlformats.org/officeDocument/2006/relationships/slide" Target="/ppt/slides/slide6.xml" Id="R3e706f1d59ec42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cc3015f328441c0" /><Relationship Type="http://schemas.openxmlformats.org/officeDocument/2006/relationships/slide" Target="/ppt/slides/slide7.xml" Id="R9a5ecf5ada9e4fa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Org &amp; people effectiveness.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Scorecard language, not ceremony counts.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Do not mix headcount math into this pie without labeling B.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People issues go deep offline if sensitive.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End with one clear ask or explicit none.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c7843c724b440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51d58d970047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35fdd7d68e4c9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73f8201bdb4cd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c43f4003dd450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8f0563c542b4ff1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04e24a4744403" /><Relationship Type="http://schemas.openxmlformats.org/officeDocument/2006/relationships/notesSlide" Target="/ppt/notesSlides/notesSlide1.xml" Id="R8eba8caaad2f40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6f2abe1f04e02" /><Relationship Type="http://schemas.openxmlformats.org/officeDocument/2006/relationships/notesSlide" Target="/ppt/notesSlides/notesSlide2.xml" Id="Rd1e80cc31de042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ee508a4b14b8d" /><Relationship Type="http://schemas.openxmlformats.org/officeDocument/2006/relationships/notesSlide" Target="/ppt/notesSlides/notesSlide3.xml" Id="R58e9db0e4ec34f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e8596049e4e09" /><Relationship Type="http://schemas.openxmlformats.org/officeDocument/2006/relationships/notesSlide" Target="/ppt/notesSlides/notesSlide4.xml" Id="R6913bf3d2883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4401a7f634720" /><Relationship Type="http://schemas.openxmlformats.org/officeDocument/2006/relationships/notesSlide" Target="/ppt/notesSlides/notesSlide5.xml" Id="R067635699fb54c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893675e314fb1" /><Relationship Type="http://schemas.openxmlformats.org/officeDocument/2006/relationships/notesSlide" Target="/ppt/notesSlides/notesSlide6.xml" Id="Rfe873622334849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75191f0cd34509" /><Relationship Type="http://schemas.openxmlformats.org/officeDocument/2006/relationships/notesSlide" Target="/ppt/notesSlides/notesSlide7.xml" Id="Rf30432ce7e3c4383" /></Relationships>
</file>

<file path=ppt/slides/slide1.xml><?xml version="1.0" encoding="utf-8"?>
<p:sld xmlns:p="http://schemas.openxmlformats.org/presentationml/2006/main">
  <p:cSld name="Org &amp; people effectiveness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03  ·  MANAGEMENT EFFECTIVENESS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Org &amp; people effectiveness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Delivery + system health + people — for your manager 1:1 / org review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team health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40000" y="432000"/>
            <a:ext cx="109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A202C"/>
                </a:solidFill>
                <a:latin typeface="Calibri"/>
                <a:ea typeface="Calibri"/>
              </a:rPr>
              <a:t>BLUF — team health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40000" y="1188000"/>
            <a:ext cx="576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Delivery: GREEN/YELLOW  ·  People: …  ·  Ask: [hire / reprioritize / none]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Mandate we own: [one sentence].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Top outcomes this period: (1) … (2) … (3) …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Top risk to the org: [single point / load / skill gap].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Outcomes vs commits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Commit A — Hit / Partial / Miss — evidence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Commit B —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Commit C — …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Capacity reality (context A)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Quarterly allocation (capacity model A):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Planned outcomes ~60–70%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Tech investment ~15–20%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• Unplanned ~10–15%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If HC gap: open separate context B discussion (see resource template).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People &amp; capability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Structure / critical roles / backup risk.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Skill gaps for next horizon.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Hiring funnel status (if any).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No public naming/shaming — facts and asks only.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2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60000"/>
                <a:gridCol w="3660000"/>
                <a:gridCol w="3660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Ask type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What changes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If deferred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Hire / backfill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Close capability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Descope 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Reprioritize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Protect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slip on 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None this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Primary ask: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Decision by: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Support needed from manager: air cover / intro / budget path.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2026-08-05T16:56:03Z</dcterms:created>
  <cp:lastModifiedBy>OfficeCLI</cp:lastModifiedBy>
  <dcterms:modified xsi:type="dcterms:W3CDTF">2026-08-05T16:56:03Z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2026-08-05T16:56:05Z</vt:lpwstr>
  </op:property>
</op:Properties>
</file>
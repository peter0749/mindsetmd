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981f3e25d2047d5" /><Relationship Type="http://schemas.openxmlformats.org/package/2006/relationships/metadata/core-properties" Target="/docProps/core.xml" Id="R2ba6351fe2a94e20" /><Relationship Type="http://schemas.openxmlformats.org/officeDocument/2006/relationships/extended-properties" Target="/docProps/app.xml" Id="Rd68053e1c6c84b1e" /><Relationship Type="http://schemas.openxmlformats.org/officeDocument/2006/relationships/custom-properties" Target="/docProps/custom.xml" Id="R9143ee27c7fc409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455281e3e414d7a"/>
  </p:notesMasterIdLst>
  <p:sldIdLst>
    <p:sldId id="256" r:id="R562071d3d76e4592"/>
    <p:sldId id="257" r:id="R5d0aafb4f1744340"/>
    <p:sldId id="258" r:id="Rd46d4f7958bc4d0f"/>
    <p:sldId id="259" r:id="R88b984baec7c411e"/>
    <p:sldId id="260" r:id="Rd85b68e046b74583"/>
    <p:sldId id="261" r:id="Re1a91524763e431f"/>
    <p:sldId id="262" r:id="R1deb8d94517847a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62071d3d76e4592" /><Relationship Type="http://schemas.openxmlformats.org/officeDocument/2006/relationships/notesMaster" Target="/ppt/notesMasters/notesMaster1.xml" Id="R8455281e3e414d7a" /><Relationship Type="http://schemas.openxmlformats.org/officeDocument/2006/relationships/slide" Target="/ppt/slides/slide2.xml" Id="R5d0aafb4f1744340" /><Relationship Type="http://schemas.openxmlformats.org/officeDocument/2006/relationships/slide" Target="/ppt/slides/slide3.xml" Id="Rd46d4f7958bc4d0f" /><Relationship Type="http://schemas.openxmlformats.org/officeDocument/2006/relationships/slide" Target="/ppt/slides/slide4.xml" Id="R88b984baec7c411e" /><Relationship Type="http://schemas.openxmlformats.org/officeDocument/2006/relationships/slide" Target="/ppt/slides/slide5.xml" Id="Rd85b68e046b74583" /><Relationship Type="http://schemas.openxmlformats.org/officeDocument/2006/relationships/slide" Target="/ppt/slides/slide6.xml" Id="Re1a91524763e431f" /><Relationship Type="http://schemas.openxmlformats.org/officeDocument/2006/relationships/slide" Target="/ppt/slides/slide7.xml" Id="R1deb8d945178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a3f5a358fd444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f73bfc88134287" /><Relationship Type="http://schemas.openxmlformats.org/officeDocument/2006/relationships/slide" Target="/ppt/slides/slide1.xml" Id="R22bb4a45762c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1f0215c0544db9" /><Relationship Type="http://schemas.openxmlformats.org/officeDocument/2006/relationships/slide" Target="/ppt/slides/slide2.xml" Id="R9c47d50d529d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c631e97a2c47f0" /><Relationship Type="http://schemas.openxmlformats.org/officeDocument/2006/relationships/slide" Target="/ppt/slides/slide3.xml" Id="R3cca18bb7a5f4d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5be760998444d97" /><Relationship Type="http://schemas.openxmlformats.org/officeDocument/2006/relationships/slide" Target="/ppt/slides/slide4.xml" Id="R8e125a98c8c744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c7f72816a74c16" /><Relationship Type="http://schemas.openxmlformats.org/officeDocument/2006/relationships/slide" Target="/ppt/slides/slide5.xml" Id="R41e5015564b748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92a4c35e164ee7" /><Relationship Type="http://schemas.openxmlformats.org/officeDocument/2006/relationships/slide" Target="/ppt/slides/slide6.xml" Id="R761848e347da46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ee7b32eef274517" /><Relationship Type="http://schemas.openxmlformats.org/officeDocument/2006/relationships/slide" Target="/ppt/slides/slide7.xml" Id="R229a77ccca10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Org &amp; people effectiveness.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Scorecard language, not ceremony counts.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Do not mix headcount math into this pie without labeling 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People issues go deep offline if sensitive.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End with one clear ask or explicit none.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db418bca741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723304a7e4b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aeb15d64a44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41df5ba4346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a08ce74544f5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b862c5086da4bf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e83c1c06640a5" /><Relationship Type="http://schemas.openxmlformats.org/officeDocument/2006/relationships/notesSlide" Target="/ppt/notesSlides/notesSlide1.xml" Id="R0ebe43311f5e4c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cbd3427840de" /><Relationship Type="http://schemas.openxmlformats.org/officeDocument/2006/relationships/notesSlide" Target="/ppt/notesSlides/notesSlide2.xml" Id="R9914ec71067542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de4321ef42fb" /><Relationship Type="http://schemas.openxmlformats.org/officeDocument/2006/relationships/notesSlide" Target="/ppt/notesSlides/notesSlide3.xml" Id="Ra9fc494690da4f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6c272d7694995" /><Relationship Type="http://schemas.openxmlformats.org/officeDocument/2006/relationships/notesSlide" Target="/ppt/notesSlides/notesSlide4.xml" Id="R1e16d88cc47940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f7a9a7d14460e" /><Relationship Type="http://schemas.openxmlformats.org/officeDocument/2006/relationships/notesSlide" Target="/ppt/notesSlides/notesSlide5.xml" Id="Ra5c5d7e951e2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d7d2fc524a8a" /><Relationship Type="http://schemas.openxmlformats.org/officeDocument/2006/relationships/notesSlide" Target="/ppt/notesSlides/notesSlide6.xml" Id="R285b16d7087649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9cd3136ba4bfc" /><Relationship Type="http://schemas.openxmlformats.org/officeDocument/2006/relationships/notesSlide" Target="/ppt/notesSlides/notesSlide7.xml" Id="Re23a1427b44f4fac" /></Relationships>
</file>

<file path=ppt/slides/slide1.xml><?xml version="1.0" encoding="utf-8"?>
<p:sld xmlns:p="http://schemas.openxmlformats.org/presentationml/2006/main">
  <p:cSld name="Org &amp; people effectiveness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03  ·  MANAGEMENT EFFECTIVENESS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Org &amp; people effectiveness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Delivery + system health + people — for your manager 1:1 / org review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BLUF — team health</a:t>
            </a:r>
          </a:p>
        </p:txBody>
      </p:sp>
      <p:sp>
        <p:nvSpPr>
          <p:cNvPr id="100004" name="TextBox 2"/>
          <p:cNvSpPr txBox="1"/>
          <p:nvPr/>
        </p:nvSpPr>
        <p:spPr>
          <a:xfrm xmlns:a="http://schemas.openxmlformats.org/drawingml/2006/main">
            <a:off x="540000" y="540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5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Delivery: GREEN/YELLOW  ·  People: …  ·  Ask: [hire / reprioritize / none]</a:t>
            </a:r>
          </a:p>
        </p:txBody>
      </p:sp>
      <p:sp>
        <p:nvSpPr>
          <p:cNvPr id="100006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Mandate we own: [one sentence].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Top outcomes this period: (1) … (2) … (3)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Top risk to the org: [single point / load / skill gap].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Outcomes vs commits</a:t>
            </a:r>
          </a:p>
        </p:txBody>
      </p:sp>
      <p:sp>
        <p:nvSpPr>
          <p:cNvPr id="100007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Commit A — Hit / Partial / Miss — evidence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Commit B —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Commit C — …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Capacity reality (context A)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Quarterly allocation (capacity model A):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Planned outcomes ~60–70%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Tech investment ~15–20%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• Unplanned ~10–15%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If HC gap: open separate context B discussion (see resource template).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People &amp; capability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Structure / critical roles / backup risk.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Skill gaps for next horizon.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Hiring funnel status (if any).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No public naming/shaming — facts and asks only.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60000"/>
                <a:gridCol w="3660000"/>
                <a:gridCol w="3660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Ask type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changes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If deferred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Hire / backfill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Close capability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Descope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Reprioritize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Protect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Accept slip on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None this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Continue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Primary ask: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Decision by: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Support needed from manager: air cover / intro / budget path.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2026-08-05T16:48:05Z</dcterms:created>
  <cp:lastModifiedBy>OfficeCLI</cp:lastModifiedBy>
  <dcterms:modified xsi:type="dcterms:W3CDTF">2026-08-05T16:48:05Z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2026-08-05T16:48:07Z</vt:lpwstr>
  </op:property>
</op:Properties>
</file>
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d5e855c376f4585" /><Relationship Type="http://schemas.openxmlformats.org/package/2006/relationships/metadata/core-properties" Target="/docProps/core.xml" Id="R98eaf857a2c94074" /><Relationship Type="http://schemas.openxmlformats.org/officeDocument/2006/relationships/extended-properties" Target="/docProps/app.xml" Id="R774bed380849441e" /><Relationship Type="http://schemas.openxmlformats.org/officeDocument/2006/relationships/custom-properties" Target="/docProps/custom.xml" Id="R9de093fbb30c4fe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d6b6f722d80543bf"/>
  </p:notesMasterIdLst>
  <p:sldIdLst>
    <p:sldId id="256" r:id="R60d454837e7b410b"/>
    <p:sldId id="257" r:id="R9770aff3e0e44afe"/>
    <p:sldId id="258" r:id="Rc6c82161ecb6408b"/>
    <p:sldId id="259" r:id="R9fcd697c0531488a"/>
    <p:sldId id="260" r:id="R6b24aa1429f947e9"/>
    <p:sldId id="261" r:id="R89f004ecfdba48d5"/>
    <p:sldId id="262" r:id="R9a04f1e9802240c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0d454837e7b410b" /><Relationship Type="http://schemas.openxmlformats.org/officeDocument/2006/relationships/notesMaster" Target="/ppt/notesMasters/notesMaster1.xml" Id="Rd6b6f722d80543bf" /><Relationship Type="http://schemas.openxmlformats.org/officeDocument/2006/relationships/slide" Target="/ppt/slides/slide2.xml" Id="R9770aff3e0e44afe" /><Relationship Type="http://schemas.openxmlformats.org/officeDocument/2006/relationships/slide" Target="/ppt/slides/slide3.xml" Id="Rc6c82161ecb6408b" /><Relationship Type="http://schemas.openxmlformats.org/officeDocument/2006/relationships/slide" Target="/ppt/slides/slide4.xml" Id="R9fcd697c0531488a" /><Relationship Type="http://schemas.openxmlformats.org/officeDocument/2006/relationships/slide" Target="/ppt/slides/slide5.xml" Id="R6b24aa1429f947e9" /><Relationship Type="http://schemas.openxmlformats.org/officeDocument/2006/relationships/slide" Target="/ppt/slides/slide6.xml" Id="R89f004ecfdba48d5" /><Relationship Type="http://schemas.openxmlformats.org/officeDocument/2006/relationships/slide" Target="/ppt/slides/slide7.xml" Id="R9a04f1e9802240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da4898018ad404b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7cf9aa660884dab" /><Relationship Type="http://schemas.openxmlformats.org/officeDocument/2006/relationships/slide" Target="/ppt/slides/slide1.xml" Id="R3d7e2c6060644b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766bb0f254e4888" /><Relationship Type="http://schemas.openxmlformats.org/officeDocument/2006/relationships/slide" Target="/ppt/slides/slide2.xml" Id="R3095f65be15448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00f0317fff94509" /><Relationship Type="http://schemas.openxmlformats.org/officeDocument/2006/relationships/slide" Target="/ppt/slides/slide3.xml" Id="Rc926fd250f2941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a8db2d960934b16" /><Relationship Type="http://schemas.openxmlformats.org/officeDocument/2006/relationships/slide" Target="/ppt/slides/slide4.xml" Id="Rf92a1e65592d4c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37504047f514671" /><Relationship Type="http://schemas.openxmlformats.org/officeDocument/2006/relationships/slide" Target="/ppt/slides/slide5.xml" Id="Rcc767514c6ce47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e7ed72fa7714a30" /><Relationship Type="http://schemas.openxmlformats.org/officeDocument/2006/relationships/slide" Target="/ppt/slides/slide6.xml" Id="Ra5c787bdd9cf41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195903ef37b4126" /><Relationship Type="http://schemas.openxmlformats.org/officeDocument/2006/relationships/slide" Target="/ppt/slides/slide7.xml" Id="R59b51396e7df48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Technical review: decision package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Close with decision sentence. Capture owner and date live.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State constraints before solution.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visual idea; deep-dive only on request.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Every risk needs an owner.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Close with decision sentence. Capture owner and date live.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ddff68a92a45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f609503173479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694e44979402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e71fb5f75c443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3925abd4a7430f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9e4a0deabf4472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b33dc5bf24f0c" /><Relationship Type="http://schemas.openxmlformats.org/officeDocument/2006/relationships/notesSlide" Target="/ppt/notesSlides/notesSlide1.xml" Id="R7a1f550957c749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8ab9cd6214619" /><Relationship Type="http://schemas.openxmlformats.org/officeDocument/2006/relationships/notesSlide" Target="/ppt/notesSlides/notesSlide2.xml" Id="R1b3e2a15379c4d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381e4165a41d9" /><Relationship Type="http://schemas.openxmlformats.org/officeDocument/2006/relationships/notesSlide" Target="/ppt/notesSlides/notesSlide3.xml" Id="Ra33dac55d37b44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1e5d5a33b4f6c" /><Relationship Type="http://schemas.openxmlformats.org/officeDocument/2006/relationships/notesSlide" Target="/ppt/notesSlides/notesSlide4.xml" Id="R0e312c37d7d14ec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ab62201374b77" /><Relationship Type="http://schemas.openxmlformats.org/officeDocument/2006/relationships/notesSlide" Target="/ppt/notesSlides/notesSlide5.xml" Id="Rb1497b1d728b4c0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69259bd7c4618" /><Relationship Type="http://schemas.openxmlformats.org/officeDocument/2006/relationships/notesSlide" Target="/ppt/notesSlides/notesSlide6.xml" Id="R5e4bab16df244e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07823385f40c5" /><Relationship Type="http://schemas.openxmlformats.org/officeDocument/2006/relationships/notesSlide" Target="/ppt/notesSlides/notesSlide7.xml" Id="Re3ca5a1bf57e4181" /></Relationships>
</file>

<file path=ppt/slides/slide1.xml><?xml version="1.0" encoding="utf-8"?>
<p:sld xmlns:p="http://schemas.openxmlformats.org/presentationml/2006/main">
  <p:cSld name="Technical review: decision packag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01  ·  DESIGN / TECH REVIEW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Technical review: decision package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Architecture / design freeze / major change — options before deep walkthrough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decision neede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decision needed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YELLOW  ·  Decision: Approve Option B (phased) by Friday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Goal: ship Program Alpha milestone without silent risk acceptance.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Difficulty: [constraint — e.g. interface freeze / PPA / schedule].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Recommendation: Option B — phased rollout with feature flags / limited cohort.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decision: default equals Option C (do nothing) with accepted risk documented.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Problem, goal, constrai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Problem, goal, constraints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Problem: [who is hurt / what fails].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 looks like: [measurable exit criteria].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Constraints: schedule gate  |  PPA or SLO  |  capacity  |  dependency (IP / platform / team).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IC note: map to Arch → RTL freeze → DV exit → Tape-out as applicable.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Design sketch (one page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Design sketch (one page)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Keep one block diagram or interface table here.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Boundary / responsibility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Data or signal path at a glance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What is explicitly out of scope this review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Details → backup annex if asked.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Risks &amp; mitigations (top 3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&amp; mitigations (top 3)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[Risk] — mitigation: … — owner: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[Risk] — mitigation: … — owner: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[Risk] — mitigation: … — owner: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 risk after recommendation: [one sentence].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scope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On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 extra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Phased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Core first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gate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Do nothing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Status quo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B / A / C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[Name / role]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[date]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Follow-ups: update design doc; notify dependent teams; schedule next gate.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2026-08-05T23:16:34Z</dcterms:created>
  <cp:lastModifiedBy>OfficeCLI</cp:lastModifiedBy>
  <dcterms:modified xsi:type="dcterms:W3CDTF">2026-08-05T23:16:34Z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2026-08-05T23:16:35Z</vt:lpwstr>
  </op:property>
</op:Properties>
</file>
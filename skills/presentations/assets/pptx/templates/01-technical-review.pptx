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b04983302d943ed" /><Relationship Type="http://schemas.openxmlformats.org/package/2006/relationships/metadata/core-properties" Target="/docProps/core.xml" Id="Rd90d8d93f12443a0" /><Relationship Type="http://schemas.openxmlformats.org/officeDocument/2006/relationships/extended-properties" Target="/docProps/app.xml" Id="Rcaf5ac29ed184415" /><Relationship Type="http://schemas.openxmlformats.org/officeDocument/2006/relationships/custom-properties" Target="/docProps/custom.xml" Id="R7af5210e526c47e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4e29a20510c4cf2"/>
  </p:notesMasterIdLst>
  <p:sldIdLst>
    <p:sldId id="256" r:id="Rc493580404c142de"/>
    <p:sldId id="257" r:id="R30a1b1548477498e"/>
    <p:sldId id="258" r:id="Rf06d30fcef5d459b"/>
    <p:sldId id="259" r:id="R9dfd551c33a040a5"/>
    <p:sldId id="260" r:id="R35b3c9c39fa0410f"/>
    <p:sldId id="261" r:id="R4f947e2e6aed4849"/>
    <p:sldId id="262" r:id="R7e9c3d3db7dc4d08"/>
    <p:sldId id="263" r:id="Rca92b01bf5f748d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493580404c142de" /><Relationship Type="http://schemas.openxmlformats.org/officeDocument/2006/relationships/notesMaster" Target="/ppt/notesMasters/notesMaster1.xml" Id="Re4e29a20510c4cf2" /><Relationship Type="http://schemas.openxmlformats.org/officeDocument/2006/relationships/slide" Target="/ppt/slides/slide2.xml" Id="R30a1b1548477498e" /><Relationship Type="http://schemas.openxmlformats.org/officeDocument/2006/relationships/slide" Target="/ppt/slides/slide3.xml" Id="Rf06d30fcef5d459b" /><Relationship Type="http://schemas.openxmlformats.org/officeDocument/2006/relationships/slide" Target="/ppt/slides/slide4.xml" Id="R9dfd551c33a040a5" /><Relationship Type="http://schemas.openxmlformats.org/officeDocument/2006/relationships/slide" Target="/ppt/slides/slide5.xml" Id="R35b3c9c39fa0410f" /><Relationship Type="http://schemas.openxmlformats.org/officeDocument/2006/relationships/slide" Target="/ppt/slides/slide6.xml" Id="R4f947e2e6aed4849" /><Relationship Type="http://schemas.openxmlformats.org/officeDocument/2006/relationships/slide" Target="/ppt/slides/slide7.xml" Id="R7e9c3d3db7dc4d08" /><Relationship Type="http://schemas.openxmlformats.org/officeDocument/2006/relationships/slide" Target="/ppt/slides/slide8.xml" Id="Rca92b01bf5f748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6ed190d6a34cb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d2ed72adb64a5f" /><Relationship Type="http://schemas.openxmlformats.org/officeDocument/2006/relationships/slide" Target="/ppt/slides/slide1.xml" Id="Rd022cbd69bba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3618d6252824295" /><Relationship Type="http://schemas.openxmlformats.org/officeDocument/2006/relationships/slide" Target="/ppt/slides/slide2.xml" Id="Rcc4929523faa4b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f79d85f28e54b4e" /><Relationship Type="http://schemas.openxmlformats.org/officeDocument/2006/relationships/slide" Target="/ppt/slides/slide3.xml" Id="Re2fec4d9d987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af4bf0a6f54e2e" /><Relationship Type="http://schemas.openxmlformats.org/officeDocument/2006/relationships/slide" Target="/ppt/slides/slide4.xml" Id="Rf8b13a38598a4a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862fdac036c464e" /><Relationship Type="http://schemas.openxmlformats.org/officeDocument/2006/relationships/slide" Target="/ppt/slides/slide5.xml" Id="R1b298ef0256b45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9672ac3078b4f4d" /><Relationship Type="http://schemas.openxmlformats.org/officeDocument/2006/relationships/slide" Target="/ppt/slides/slide6.xml" Id="R5b3d451e039f41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3a843e085d04a56" /><Relationship Type="http://schemas.openxmlformats.org/officeDocument/2006/relationships/slide" Target="/ppt/slides/slide7.xml" Id="R050b0c32241c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9168a41ee084955" /><Relationship Type="http://schemas.openxmlformats.org/officeDocument/2006/relationships/slide" Target="/ppt/slides/slide8.xml" Id="Rc8f858287475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Technical review: decision package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Design-doc / RFC options table + residual risk</a:t>
            </a:r>
          </a:p>
          <a:p xmlns:a="http://schemas.openxmlformats.org/drawingml/2006/main">
            <a:r>
              <a:rPr lang="en-US"/>
              <a:t>StaffEng — Writing engineering strategy: https://staffeng.com/guides/engineering-strategy/</a:t>
            </a:r>
          </a:p>
          <a:p xmlns:a="http://schemas.openxmlformats.org/drawingml/2006/main">
            <a:r>
              <a:rPr lang="en-US"/>
              <a:t>Utterskills — options instead of single conclusion: https://utterskills.com/blog/communication-skills-for-software-engineers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Design-doc / RFC options table + residual risk</a:t>
            </a:r>
          </a:p>
          <a:p xmlns:a="http://schemas.openxmlformats.org/drawingml/2006/main">
            <a:r>
              <a:rPr lang="en-US"/>
              <a:t>StaffEng — Writing engineering strategy: https://staffeng.com/guides/engineering-strategy/</a:t>
            </a:r>
          </a:p>
          <a:p xmlns:a="http://schemas.openxmlformats.org/drawingml/2006/main">
            <a:r>
              <a:rPr lang="en-US"/>
              <a:t>Utterskills — options instead of single conclusion: https://utterskills.com/blog/communication-skills-for-software-engineers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with decision sentence. Capture owner and date live.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State constraints before solution.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visual idea; deep-dive only on request.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risk needs an owner.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with decision sentence. Capture owner and date live.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d6af3fd0241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d4b7ea63f47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bcf164adb49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cdea0475642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7784ea7c6465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8eb90cba67449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1972cde864f49" /><Relationship Type="http://schemas.openxmlformats.org/officeDocument/2006/relationships/notesSlide" Target="/ppt/notesSlides/notesSlide1.xml" Id="Rfadb67f880384f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84641200c4220" /><Relationship Type="http://schemas.openxmlformats.org/officeDocument/2006/relationships/notesSlide" Target="/ppt/notesSlides/notesSlide2.xml" Id="R35c70aa234374d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5d9ac63d24710" /><Relationship Type="http://schemas.openxmlformats.org/officeDocument/2006/relationships/notesSlide" Target="/ppt/notesSlides/notesSlide3.xml" Id="R3ddf04c9e8b642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8a258834b49d2" /><Relationship Type="http://schemas.openxmlformats.org/officeDocument/2006/relationships/notesSlide" Target="/ppt/notesSlides/notesSlide4.xml" Id="Rc3785057cca746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1ae7d75a64815" /><Relationship Type="http://schemas.openxmlformats.org/officeDocument/2006/relationships/notesSlide" Target="/ppt/notesSlides/notesSlide5.xml" Id="R9b8cba43eeb94b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c7fb0f0ca4a5a" /><Relationship Type="http://schemas.openxmlformats.org/officeDocument/2006/relationships/notesSlide" Target="/ppt/notesSlides/notesSlide6.xml" Id="R78e60f20bf6b42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a7fb009b44d26" /><Relationship Type="http://schemas.openxmlformats.org/officeDocument/2006/relationships/notesSlide" Target="/ppt/notesSlides/notesSlide7.xml" Id="Rde1e0ae26e6c4a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e70004dcc40c0" /><Relationship Type="http://schemas.openxmlformats.org/officeDocument/2006/relationships/notesSlide" Target="/ppt/notesSlides/notesSlide8.xml" Id="Rf087ff5fdf754866" /></Relationships>
</file>

<file path=ppt/slides/slide1.xml><?xml version="1.0" encoding="utf-8"?>
<p:sld xmlns:p="http://schemas.openxmlformats.org/presentationml/2006/main">
  <p:cSld name="Technical review: decision package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01  ·  DESIGN / TECH REVIEW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Technical review: decision package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Architecture / design freeze / major change — options before deep walkthrough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Design-doc / RFC options table + residual risk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Design-doc / RFC options table + residual risk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StaffEng — Writing engineering strategy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https://staffeng.com/guides/engineering-strategy/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Utterskills — options instead of single conclusion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https://utterskills.com/blog/communication-skills-for-software-engineers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BLUF — decision neede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decision needed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Status: YELLOW  ·  Decision: Approve Option B (phased) by Friday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Goal: ship Program Alpha milestone without silent risk acceptance.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Difficulty: [constraint — e.g. interface freeze / PPA / schedule].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Recommendation: Option B — phased rollout with feature flags / limited cohort.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If no decision: default equals Option C (do nothing) with accepted risk documented.</a:t>
            </a:r>
          </a:p>
        </p:txBody>
      </p:sp>
      <p:sp>
        <p:nvSpPr>
          <p:cNvPr id="100013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Problem, goal, constrain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Problem, goal, constraints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Problem: [who is hurt / what fails].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Success looks like: [measurable exit criteria].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Constraints: schedule gate  |  PPA or SLO  |  capacity  |  dependency (IP / platform / team).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IC note: map to Arch → RTL freeze → DV exit → Tape-out as applicable.</a:t>
            </a:r>
          </a:p>
        </p:txBody>
      </p:sp>
      <p:sp>
        <p:nvSpPr>
          <p:cNvPr id="10001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Design sketch (one page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Design sketch (one page)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Keep one block diagram or interface table here.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Boundary / responsibility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Data or signal path at a glance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What is explicitly out of scope this review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Details → backup annex if asked.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Risks &amp; mitigations (top 3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Risks &amp; mitigations (top 3)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1. [Risk] — mitigation: … — owner: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2. [Risk] — mitigation: … — owner: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3. [Risk] — mitigation: … — owner: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Residual risk after recommendation: [one sentence].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5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17600"/>
                <a:gridCol w="2217600"/>
                <a:gridCol w="2217600"/>
                <a:gridCol w="2217600"/>
                <a:gridCol w="22176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Schedule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Capacity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Full scope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 extra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B Phased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Core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+1 gate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 Do nothing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Status quo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9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Decision: Approve B / A / C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Owner: [Name / role]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By: [date]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Follow-ups: update design doc; notify dependent teams; schedule next gate.</a:t>
            </a:r>
          </a:p>
        </p:txBody>
      </p:sp>
      <p:sp>
        <p:nvSpPr>
          <p:cNvPr id="100030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2026-08-05T23:41:10Z</dcterms:created>
  <cp:lastModifiedBy>OfficeCLI</cp:lastModifiedBy>
  <dcterms:modified xsi:type="dcterms:W3CDTF">2026-08-05T23:41:10Z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2026-08-05T23:41:11Z</vt:lpwstr>
  </op:property>
</op:Properties>
</file>
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8174151b2664e20" /><Relationship Type="http://schemas.openxmlformats.org/package/2006/relationships/metadata/core-properties" Target="/docProps/core.xml" Id="R8bc71c39b12d4f01" /><Relationship Type="http://schemas.openxmlformats.org/officeDocument/2006/relationships/extended-properties" Target="/docProps/app.xml" Id="R4ca8530345864ead" /><Relationship Type="http://schemas.openxmlformats.org/officeDocument/2006/relationships/custom-properties" Target="/docProps/custom.xml" Id="R3340cf7d537d4dc5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1759c7c84c2242bb"/>
  </p:notesMasterIdLst>
  <p:sldIdLst>
    <p:sldId id="256" r:id="Rbb47a64ce4f74467"/>
    <p:sldId id="257" r:id="R20c45667099542a6"/>
    <p:sldId id="258" r:id="Ra67c8ad3a01747e3"/>
    <p:sldId id="259" r:id="R5e29cb400372431b"/>
    <p:sldId id="260" r:id="R546c7adefb274282"/>
    <p:sldId id="261" r:id="R4937d9c4f60647b8"/>
    <p:sldId id="262" r:id="Re8c6e985fd784b46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bb47a64ce4f74467" /><Relationship Type="http://schemas.openxmlformats.org/officeDocument/2006/relationships/notesMaster" Target="/ppt/notesMasters/notesMaster1.xml" Id="R1759c7c84c2242bb" /><Relationship Type="http://schemas.openxmlformats.org/officeDocument/2006/relationships/slide" Target="/ppt/slides/slide2.xml" Id="R20c45667099542a6" /><Relationship Type="http://schemas.openxmlformats.org/officeDocument/2006/relationships/slide" Target="/ppt/slides/slide3.xml" Id="Ra67c8ad3a01747e3" /><Relationship Type="http://schemas.openxmlformats.org/officeDocument/2006/relationships/slide" Target="/ppt/slides/slide4.xml" Id="R5e29cb400372431b" /><Relationship Type="http://schemas.openxmlformats.org/officeDocument/2006/relationships/slide" Target="/ppt/slides/slide5.xml" Id="R546c7adefb274282" /><Relationship Type="http://schemas.openxmlformats.org/officeDocument/2006/relationships/slide" Target="/ppt/slides/slide6.xml" Id="R4937d9c4f60647b8" /><Relationship Type="http://schemas.openxmlformats.org/officeDocument/2006/relationships/slide" Target="/ppt/slides/slide7.xml" Id="Re8c6e985fd784b4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a0ee96873e14f52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d5e7c9a4bc84ca6" /><Relationship Type="http://schemas.openxmlformats.org/officeDocument/2006/relationships/slide" Target="/ppt/slides/slide1.xml" Id="R4636b0e3ee76488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27b9eb15e424d39" /><Relationship Type="http://schemas.openxmlformats.org/officeDocument/2006/relationships/slide" Target="/ppt/slides/slide2.xml" Id="R454fda6dbb7f4e8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ef6da6c4bc347d7" /><Relationship Type="http://schemas.openxmlformats.org/officeDocument/2006/relationships/slide" Target="/ppt/slides/slide3.xml" Id="R8f8e5045c89748f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4c1c47a0aaf4750" /><Relationship Type="http://schemas.openxmlformats.org/officeDocument/2006/relationships/slide" Target="/ppt/slides/slide4.xml" Id="Rcfaaec7d8b43419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7829f1fbb9743b0" /><Relationship Type="http://schemas.openxmlformats.org/officeDocument/2006/relationships/slide" Target="/ppt/slides/slide5.xml" Id="Rbce04f9f7b3041e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c53ebae7a914e84" /><Relationship Type="http://schemas.openxmlformats.org/officeDocument/2006/relationships/slide" Target="/ppt/slides/slide6.xml" Id="R507e46d5e928423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244b9edff5f4641" /><Relationship Type="http://schemas.openxmlformats.org/officeDocument/2006/relationships/slide" Target="/ppt/slides/slide7.xml" Id="Rf0adf7e9f50247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Technical review: decision package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Close with decision sentence. Capture owner and date live.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State constraints before solution.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visual idea; deep-dive only on request.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Every risk needs an owner.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Close with decision sentence. Capture owner and date live.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7dc85bb1f8417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dce8eb868d45d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20a9a3e477423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c354fd66b6456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51ecb59ae14eb3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02e9d7146ab94775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2312ac42794396" /><Relationship Type="http://schemas.openxmlformats.org/officeDocument/2006/relationships/notesSlide" Target="/ppt/notesSlides/notesSlide1.xml" Id="R88e9208c37794c6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5e439ae0b4593" /><Relationship Type="http://schemas.openxmlformats.org/officeDocument/2006/relationships/notesSlide" Target="/ppt/notesSlides/notesSlide2.xml" Id="R43f542675fd7467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7adf56766b43e3" /><Relationship Type="http://schemas.openxmlformats.org/officeDocument/2006/relationships/notesSlide" Target="/ppt/notesSlides/notesSlide3.xml" Id="R276af1e6133e499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eff21240764bf9" /><Relationship Type="http://schemas.openxmlformats.org/officeDocument/2006/relationships/notesSlide" Target="/ppt/notesSlides/notesSlide4.xml" Id="R826560c9d74749b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681f0fbdb94184" /><Relationship Type="http://schemas.openxmlformats.org/officeDocument/2006/relationships/notesSlide" Target="/ppt/notesSlides/notesSlide5.xml" Id="Rc2b034766e4f478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d8bcea1ab64e72" /><Relationship Type="http://schemas.openxmlformats.org/officeDocument/2006/relationships/notesSlide" Target="/ppt/notesSlides/notesSlide6.xml" Id="R0472ce44ce164e0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d9e585054d4dec" /><Relationship Type="http://schemas.openxmlformats.org/officeDocument/2006/relationships/notesSlide" Target="/ppt/notesSlides/notesSlide7.xml" Id="R237835d2dfc148b4" /></Relationships>
</file>

<file path=ppt/slides/slide1.xml><?xml version="1.0" encoding="utf-8"?>
<p:sld xmlns:p="http://schemas.openxmlformats.org/presentationml/2006/main">
  <p:cSld name="Technical review: decision package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01  ·  DESIGN / TECH REVIEW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Technical review: decision package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Architecture / design freeze / major change — options before deep walkthrough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decision neede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decision needed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Status: YELLOW  ·  Decision: Approve Option B (phased) by Friday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Goal: ship Program Alpha milestone without silent risk acceptance.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Difficulty: [constraint — e.g. interface freeze / PPA / schedule].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Recommendation: Option B — phased rollout with feature flags / limited cohort.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If no decision: default equals Option C (do nothing) with accepted risk documented.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Problem, goal, constrain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Problem, goal, constraints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Problem: [who is hurt / what fails].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Success looks like: [measurable exit criteria].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Constraints: schedule gate  |  PPA or SLO  |  capacity  |  dependency (IP / platform / team).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IC note: map to Arch → RTL freeze → DV exit → Tape-out as applicable.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Design sketch (one page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Design sketch (one page)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Keep one block diagram or interface table here.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Boundary / responsibility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Data or signal path at a glance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What is explicitly out of scope this review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Details → backup annex if asked.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Risks &amp; mitigations (top 3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Risks &amp; mitigations (top 3)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1. [Risk] — mitigation: … — owner: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2. [Risk] — mitigation: … — owner: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3. [Risk] — mitigation: … — owner: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Residual risk after recommendation: [one sentence].</a:t>
            </a:r>
          </a:p>
        </p:txBody>
      </p:sp>
      <p:sp>
        <p:nvSpPr>
          <p:cNvPr id="100017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0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217600"/>
                <a:gridCol w="2217600"/>
                <a:gridCol w="2217600"/>
                <a:gridCol w="2217600"/>
                <a:gridCol w="22176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Outcome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Schedule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Capacity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 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Full scope 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On 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 extra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B Phased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Core first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+1 gate buffer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 Do nothing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Status quo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Accepted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2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3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4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Decision: Approve B / A / C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Owner: [Name / role]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By: [date]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Follow-ups: update design doc; notify dependent teams; schedule next gate.</a:t>
            </a:r>
          </a:p>
        </p:txBody>
      </p:sp>
      <p:sp>
        <p:nvSpPr>
          <p:cNvPr id="100025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2026-08-05T23:30:32Z</dcterms:created>
  <cp:lastModifiedBy>OfficeCLI</cp:lastModifiedBy>
  <dcterms:modified xsi:type="dcterms:W3CDTF">2026-08-05T23:30:32Z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2026-08-05T23:30:34Z</vt:lpwstr>
  </op:property>
</op:Properties>
</file>
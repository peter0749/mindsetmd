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1e4a7a508a847ba" /><Relationship Type="http://schemas.openxmlformats.org/package/2006/relationships/metadata/core-properties" Target="/docProps/core.xml" Id="R8ebc8d6ca33c471b" /><Relationship Type="http://schemas.openxmlformats.org/officeDocument/2006/relationships/extended-properties" Target="/docProps/app.xml" Id="R7785dafc654d4f6c" /><Relationship Type="http://schemas.openxmlformats.org/officeDocument/2006/relationships/custom-properties" Target="/docProps/custom.xml" Id="Rd8ad660f32d84cb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cf85dd42e02a4700"/>
  </p:notesMasterIdLst>
  <p:sldIdLst>
    <p:sldId id="256" r:id="R34e17548346d43f4"/>
    <p:sldId id="257" r:id="R77a7b690615c4ed8"/>
    <p:sldId id="258" r:id="Rb2f9cfb345e24d36"/>
    <p:sldId id="259" r:id="Rca25b2744abc4595"/>
    <p:sldId id="260" r:id="R8ebf1bdd733e48e8"/>
    <p:sldId id="261" r:id="Rae96de8b71b74c05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34e17548346d43f4" /><Relationship Type="http://schemas.openxmlformats.org/officeDocument/2006/relationships/notesMaster" Target="/ppt/notesMasters/notesMaster1.xml" Id="Rcf85dd42e02a4700" /><Relationship Type="http://schemas.openxmlformats.org/officeDocument/2006/relationships/slide" Target="/ppt/slides/slide2.xml" Id="R77a7b690615c4ed8" /><Relationship Type="http://schemas.openxmlformats.org/officeDocument/2006/relationships/slide" Target="/ppt/slides/slide3.xml" Id="Rb2f9cfb345e24d36" /><Relationship Type="http://schemas.openxmlformats.org/officeDocument/2006/relationships/slide" Target="/ppt/slides/slide4.xml" Id="Rca25b2744abc4595" /><Relationship Type="http://schemas.openxmlformats.org/officeDocument/2006/relationships/slide" Target="/ppt/slides/slide5.xml" Id="R8ebf1bdd733e48e8" /><Relationship Type="http://schemas.openxmlformats.org/officeDocument/2006/relationships/slide" Target="/ppt/slides/slide6.xml" Id="Rae96de8b71b74c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3a8fb3bd8ce4aca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f359642979f47f8" /><Relationship Type="http://schemas.openxmlformats.org/officeDocument/2006/relationships/slide" Target="/ppt/slides/slide1.xml" Id="R665c466db55446d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621fd5ec20b42d6" /><Relationship Type="http://schemas.openxmlformats.org/officeDocument/2006/relationships/slide" Target="/ppt/slides/slide2.xml" Id="Rd6f5ae7f98d84a4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4135321588454ce4" /><Relationship Type="http://schemas.openxmlformats.org/officeDocument/2006/relationships/slide" Target="/ppt/slides/slide3.xml" Id="Rafc1bfefc74347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54302fa63cea4d07" /><Relationship Type="http://schemas.openxmlformats.org/officeDocument/2006/relationships/slide" Target="/ppt/slides/slide4.xml" Id="Re4285e0d4e1c433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aafb2b1713d458d" /><Relationship Type="http://schemas.openxmlformats.org/officeDocument/2006/relationships/slide" Target="/ppt/slides/slide5.xml" Id="R7df10687868142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5dddf3577d24c75" /><Relationship Type="http://schemas.openxmlformats.org/officeDocument/2006/relationships/slide" Target="/ppt/slides/slide6.xml" Id="R6d457afbe1b343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Results readout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If pure celebration, still name residual risk.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Re-anchor to original commitment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Few metrics, high signal.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Only process insight that changes next quarter.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If pure celebration, still name residual risk.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2c81f558c6438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5f6848d1f4458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542471705b471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d47d45288a42c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3a33035764975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251389834b174a05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67b7bd43e343b6" /><Relationship Type="http://schemas.openxmlformats.org/officeDocument/2006/relationships/notesSlide" Target="/ppt/notesSlides/notesSlide1.xml" Id="R4324f4dd9811445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253bf6a25a446b" /><Relationship Type="http://schemas.openxmlformats.org/officeDocument/2006/relationships/notesSlide" Target="/ppt/notesSlides/notesSlide2.xml" Id="R7f15feccd784492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bf29d1019640c1" /><Relationship Type="http://schemas.openxmlformats.org/officeDocument/2006/relationships/notesSlide" Target="/ppt/notesSlides/notesSlide3.xml" Id="R040cc8c9e8c248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98d4e76e104f7b" /><Relationship Type="http://schemas.openxmlformats.org/officeDocument/2006/relationships/notesSlide" Target="/ppt/notesSlides/notesSlide4.xml" Id="R4a5cb857e34749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a42cab6ea944e4" /><Relationship Type="http://schemas.openxmlformats.org/officeDocument/2006/relationships/notesSlide" Target="/ppt/notesSlides/notesSlide5.xml" Id="Ra2d1958809a44f2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2ae6ea63a4a27" /><Relationship Type="http://schemas.openxmlformats.org/officeDocument/2006/relationships/notesSlide" Target="/ppt/notesSlides/notesSlide6.xml" Id="R98642055cabb4d54" /></Relationships>
</file>

<file path=ppt/slides/slide1.xml><?xml version="1.0" encoding="utf-8"?>
<p:sld xmlns:p="http://schemas.openxmlformats.org/presentationml/2006/main">
  <p:cSld name="Results readou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02  ·  RESULTS / DEMO / LAUNCH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Results readout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What shipped, vs commitment, why it mattered — not a sprint diary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result &amp; impac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result &amp; impact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GREEN  ·  Result: [X] delivered on [date]  ·  Ask: none / next-phase approve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Outcome: [one line].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Impact: [metric baseline → actual].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Linked OKR / program goal: [one line].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risk or follow-ups: [or none].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Goal recall (period start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Goal recall (period start)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Original commit: [promise].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 metric: target [T].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Avoid moving the goalposts — show the same definition of done.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Outcome metric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Outcome metrics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Metric A: target … / actual … / Δ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Metric B: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IC examples: power −N% at iso-perf; bring-up day-k boot; coverage gate met.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How we got here + learning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How we got here + learnings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Three decisions that mattered: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Keep / stop / start (one each).</a:t>
            </a:r>
          </a:p>
        </p:txBody>
      </p:sp>
      <p:sp>
        <p:nvSpPr>
          <p:cNvPr id="100017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Ask: [visibility only / approve next phase / fund follow-on]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Or: No decision required — FYI readout.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Next milestone: [date + gate].</a:t>
            </a:r>
          </a:p>
        </p:txBody>
      </p:sp>
      <p:sp>
        <p:nvSpPr>
          <p:cNvPr id="100021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2026-08-05T23:30:38Z</dcterms:created>
  <cp:lastModifiedBy>OfficeCLI</cp:lastModifiedBy>
  <dcterms:modified xsi:type="dcterms:W3CDTF">2026-08-05T23:30:38Z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2026-08-05T23:30:39Z</vt:lpwstr>
  </op:property>
</op:Properties>
</file>
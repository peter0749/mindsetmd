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8d2105b228744b5" /><Relationship Type="http://schemas.openxmlformats.org/package/2006/relationships/metadata/core-properties" Target="/docProps/core.xml" Id="R9b14d7f48d394d86" /><Relationship Type="http://schemas.openxmlformats.org/officeDocument/2006/relationships/extended-properties" Target="/docProps/app.xml" Id="Ra1366eeb7590461b" /><Relationship Type="http://schemas.openxmlformats.org/officeDocument/2006/relationships/custom-properties" Target="/docProps/custom.xml" Id="R19432171618b494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aafe1c0480bd4201"/>
  </p:notesMasterIdLst>
  <p:sldIdLst>
    <p:sldId id="256" r:id="R136f6dc482004a70"/>
    <p:sldId id="257" r:id="R9a015f795f304e79"/>
    <p:sldId id="258" r:id="R29de0b4f75784ca4"/>
    <p:sldId id="259" r:id="R71a76562fdcf4ed6"/>
    <p:sldId id="260" r:id="Rdd98ae71766c41bd"/>
    <p:sldId id="261" r:id="R585bb1787b2945e9"/>
    <p:sldId id="262" r:id="Rf686ab55a5f4434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36f6dc482004a70" /><Relationship Type="http://schemas.openxmlformats.org/officeDocument/2006/relationships/notesMaster" Target="/ppt/notesMasters/notesMaster1.xml" Id="Raafe1c0480bd4201" /><Relationship Type="http://schemas.openxmlformats.org/officeDocument/2006/relationships/slide" Target="/ppt/slides/slide2.xml" Id="R9a015f795f304e79" /><Relationship Type="http://schemas.openxmlformats.org/officeDocument/2006/relationships/slide" Target="/ppt/slides/slide3.xml" Id="R29de0b4f75784ca4" /><Relationship Type="http://schemas.openxmlformats.org/officeDocument/2006/relationships/slide" Target="/ppt/slides/slide4.xml" Id="R71a76562fdcf4ed6" /><Relationship Type="http://schemas.openxmlformats.org/officeDocument/2006/relationships/slide" Target="/ppt/slides/slide5.xml" Id="Rdd98ae71766c41bd" /><Relationship Type="http://schemas.openxmlformats.org/officeDocument/2006/relationships/slide" Target="/ppt/slides/slide6.xml" Id="R585bb1787b2945e9" /><Relationship Type="http://schemas.openxmlformats.org/officeDocument/2006/relationships/slide" Target="/ppt/slides/slide7.xml" Id="Rf686ab55a5f443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4211a35a41e4ae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99fc626573345e1" /><Relationship Type="http://schemas.openxmlformats.org/officeDocument/2006/relationships/slide" Target="/ppt/slides/slide1.xml" Id="R42e0da943c4345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7e3bc54864c4874" /><Relationship Type="http://schemas.openxmlformats.org/officeDocument/2006/relationships/slide" Target="/ppt/slides/slide2.xml" Id="R9db883b8500f4c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d3199cf68a546a9" /><Relationship Type="http://schemas.openxmlformats.org/officeDocument/2006/relationships/slide" Target="/ppt/slides/slide3.xml" Id="Rcf270900653547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d4ce6f627db4abf" /><Relationship Type="http://schemas.openxmlformats.org/officeDocument/2006/relationships/slide" Target="/ppt/slides/slide4.xml" Id="R05d5a52aaf5b4a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a7ece2c882442a8" /><Relationship Type="http://schemas.openxmlformats.org/officeDocument/2006/relationships/slide" Target="/ppt/slides/slide5.xml" Id="R0616774cc3a343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a083bcde3b4602" /><Relationship Type="http://schemas.openxmlformats.org/officeDocument/2006/relationships/slide" Target="/ppt/slides/slide6.xml" Id="Rdadac09994ed42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2f0602fa6ee4bfd" /><Relationship Type="http://schemas.openxmlformats.org/officeDocument/2006/relationships/slide" Target="/ppt/slides/slide7.xml" Id="Rc403c3b7f35d44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Results readout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Re-anchor to original commitment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Few metrics, high signal.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Only process insight that changes next quarter.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be1145ecc148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97f769d9748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3978ce4b6d4a7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436ee279bc42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d2f6bac85466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628636390ae419d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1db872e1b4560" /><Relationship Type="http://schemas.openxmlformats.org/officeDocument/2006/relationships/notesSlide" Target="/ppt/notesSlides/notesSlide1.xml" Id="R3807f7ba2d1343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49cfdb86d41cc" /><Relationship Type="http://schemas.openxmlformats.org/officeDocument/2006/relationships/notesSlide" Target="/ppt/notesSlides/notesSlide2.xml" Id="Rbf212245843c4d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444388dde48ef" /><Relationship Type="http://schemas.openxmlformats.org/officeDocument/2006/relationships/notesSlide" Target="/ppt/notesSlides/notesSlide3.xml" Id="Rb8b4b3b797f64b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9915cb3434b02" /><Relationship Type="http://schemas.openxmlformats.org/officeDocument/2006/relationships/notesSlide" Target="/ppt/notesSlides/notesSlide4.xml" Id="R148c75c2a28d4e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4d8b7bd244466" /><Relationship Type="http://schemas.openxmlformats.org/officeDocument/2006/relationships/notesSlide" Target="/ppt/notesSlides/notesSlide5.xml" Id="Rdce285d5533744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05520873c4b86" /><Relationship Type="http://schemas.openxmlformats.org/officeDocument/2006/relationships/notesSlide" Target="/ppt/notesSlides/notesSlide6.xml" Id="R37cca1cc3b7b43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73e029f3f4ada" /><Relationship Type="http://schemas.openxmlformats.org/officeDocument/2006/relationships/notesSlide" Target="/ppt/notesSlides/notesSlide7.xml" Id="Rf1fa4ca6b2d74ba5" /></Relationships>
</file>

<file path=ppt/slides/slide1.xml><?xml version="1.0" encoding="utf-8"?>
<p:sld xmlns:p="http://schemas.openxmlformats.org/presentationml/2006/main">
  <p:cSld name="Results readou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RESULTS / DEMO / LAUNCH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Results readout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What shipped, vs commitment, why it mattered — not a sprint diary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Launch / silicon bring-up readout (impact first)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Launch / silicon bring-up readout (impact first)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MediaTek public 2nm tape-out milestone language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impact summary shape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result &amp; impac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result &amp; impact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Result: [X] delivered on [date]  ·  Ask: none / next-phase approve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[one line].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[metric baseline → actual].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Linked OKR / program goal: [one line].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risk or follow-ups: [or none].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Original commit: [promise].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 metric: target [T].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Avoid moving the goalposts — show the same definition of done.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Metric A: target … / actual … / Δ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Metric B: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examples: power −N% at iso-perf; bring-up day-k boot; coverage gate met.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Three decisions that mattered: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 / stop / start (one each).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5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[visibility only / approve next phase / fund follow-on]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Or: No decision required — FYI readout.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Next milestone: [date + gate].</a:t>
            </a:r>
          </a:p>
        </p:txBody>
      </p:sp>
      <p:sp>
        <p:nvSpPr>
          <p:cNvPr id="100026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2026-08-05T23:41:15Z</dcterms:created>
  <cp:lastModifiedBy>OfficeCLI</cp:lastModifiedBy>
  <dcterms:modified xsi:type="dcterms:W3CDTF">2026-08-05T23:41:15Z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2026-08-05T23:41:17Z</vt:lpwstr>
  </op:property>
</op:Properties>
</file>
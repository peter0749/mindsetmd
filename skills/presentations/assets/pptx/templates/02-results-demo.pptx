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84ed8bc047b14d3a" /><Relationship Type="http://schemas.openxmlformats.org/package/2006/relationships/metadata/core-properties" Target="/docProps/core.xml" Id="R61c4276b44a1443a" /><Relationship Type="http://schemas.openxmlformats.org/officeDocument/2006/relationships/extended-properties" Target="/docProps/app.xml" Id="R5c4f155ec41143a5" /><Relationship Type="http://schemas.openxmlformats.org/officeDocument/2006/relationships/custom-properties" Target="/docProps/custom.xml" Id="R743ed967cab042ae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6f2a29765d184017"/>
  </p:notesMasterIdLst>
  <p:sldIdLst>
    <p:sldId id="256" r:id="Re2dd47574d4a4cb3"/>
    <p:sldId id="257" r:id="Rcbec10f163044c7a"/>
    <p:sldId id="258" r:id="R4f10e888e8bf4f6a"/>
    <p:sldId id="259" r:id="R68f7a1c5eec44ab0"/>
    <p:sldId id="260" r:id="Rb379ab7297af4998"/>
    <p:sldId id="261" r:id="R2e9aaeb74bf64554"/>
    <p:sldId id="262" r:id="R66cea2d97e2b4ef2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e2dd47574d4a4cb3" /><Relationship Type="http://schemas.openxmlformats.org/officeDocument/2006/relationships/notesMaster" Target="/ppt/notesMasters/notesMaster1.xml" Id="R6f2a29765d184017" /><Relationship Type="http://schemas.openxmlformats.org/officeDocument/2006/relationships/slide" Target="/ppt/slides/slide2.xml" Id="Rcbec10f163044c7a" /><Relationship Type="http://schemas.openxmlformats.org/officeDocument/2006/relationships/slide" Target="/ppt/slides/slide3.xml" Id="R4f10e888e8bf4f6a" /><Relationship Type="http://schemas.openxmlformats.org/officeDocument/2006/relationships/slide" Target="/ppt/slides/slide4.xml" Id="R68f7a1c5eec44ab0" /><Relationship Type="http://schemas.openxmlformats.org/officeDocument/2006/relationships/slide" Target="/ppt/slides/slide5.xml" Id="Rb379ab7297af4998" /><Relationship Type="http://schemas.openxmlformats.org/officeDocument/2006/relationships/slide" Target="/ppt/slides/slide6.xml" Id="R2e9aaeb74bf64554" /><Relationship Type="http://schemas.openxmlformats.org/officeDocument/2006/relationships/slide" Target="/ppt/slides/slide7.xml" Id="R66cea2d97e2b4ef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e9e23c62f3824546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78a5afbf3884e03" /><Relationship Type="http://schemas.openxmlformats.org/officeDocument/2006/relationships/slide" Target="/ppt/slides/slide1.xml" Id="Ra6a6b4154df34e2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2dd2b6b30344d97" /><Relationship Type="http://schemas.openxmlformats.org/officeDocument/2006/relationships/slide" Target="/ppt/slides/slide2.xml" Id="Rf1ec0f1d9145416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36a0f0a9c8147de" /><Relationship Type="http://schemas.openxmlformats.org/officeDocument/2006/relationships/slide" Target="/ppt/slides/slide3.xml" Id="R05852f5b3e8a4f8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35df76d1d3f45e7" /><Relationship Type="http://schemas.openxmlformats.org/officeDocument/2006/relationships/slide" Target="/ppt/slides/slide4.xml" Id="Rf8e2533235734c3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0542dc19fc940f8" /><Relationship Type="http://schemas.openxmlformats.org/officeDocument/2006/relationships/slide" Target="/ppt/slides/slide5.xml" Id="Rf8a00ea6b213419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4818618c89643f7" /><Relationship Type="http://schemas.openxmlformats.org/officeDocument/2006/relationships/slide" Target="/ppt/slides/slide6.xml" Id="R8954e219669d434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bd8cc5731184a6f" /><Relationship Type="http://schemas.openxmlformats.org/officeDocument/2006/relationships/slide" Target="/ppt/slides/slide7.xml" Id="Re2502f1584bd4ca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(template). Results readout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Launch / silicon bring-up readout (impact first)</a:t>
            </a:r>
          </a:p>
          <a:p xmlns:a="http://schemas.openxmlformats.org/drawingml/2006/main">
            <a:r>
              <a:rPr lang="en-US"/>
              <a:t>MediaTek public 2nm tape-out milestone language: https://www.mediatek.com/press-room/mediatek-develops-chip-utilizing-tsmcs-2nm-process-achieving-milestones-in-performance-andpower-efficiency</a:t>
            </a:r>
          </a:p>
          <a:p xmlns:a="http://schemas.openxmlformats.org/drawingml/2006/main">
            <a:r>
              <a:rPr lang="en-US"/>
              <a:t>SRE Book — example postmortem impact summary shape: https://sre.google/sre-book/example-postmortem/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Launch / silicon bring-up readout (impact first)</a:t>
            </a:r>
          </a:p>
          <a:p xmlns:a="http://schemas.openxmlformats.org/drawingml/2006/main">
            <a:r>
              <a:rPr lang="en-US"/>
              <a:t>MediaTek public 2nm tape-out milestone language: https://www.mediatek.com/press-room/mediatek-develops-chip-utilizing-tsmcs-2nm-process-achieving-milestones-in-performance-andpower-efficiency</a:t>
            </a:r>
          </a:p>
          <a:p xmlns:a="http://schemas.openxmlformats.org/drawingml/2006/main">
            <a:r>
              <a:rPr lang="en-US"/>
              <a:t>SRE Book — example postmortem impact summary shape: https://sre.google/sre-book/example-postmortem/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If pure celebration, still name residual risk.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Re-anchor to original commitment first.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Few metrics, high signal.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Only process insight that changes next quarter.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If pure celebration, still name residual risk.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cfb4503f1f41e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5cc54021e843a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b6c581ddb848c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20dc478ccd47c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28bd51ac4149a7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037ae9505ad8424e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3ba25f08f049c8" /><Relationship Type="http://schemas.openxmlformats.org/officeDocument/2006/relationships/notesSlide" Target="/ppt/notesSlides/notesSlide1.xml" Id="R2e676505abde4d5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6c30b9d4884865" /><Relationship Type="http://schemas.openxmlformats.org/officeDocument/2006/relationships/notesSlide" Target="/ppt/notesSlides/notesSlide2.xml" Id="R956b802bab2c4b6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c4d94092e44735" /><Relationship Type="http://schemas.openxmlformats.org/officeDocument/2006/relationships/notesSlide" Target="/ppt/notesSlides/notesSlide3.xml" Id="R25eb75bd450f424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dfa689e0b44aa0" /><Relationship Type="http://schemas.openxmlformats.org/officeDocument/2006/relationships/notesSlide" Target="/ppt/notesSlides/notesSlide4.xml" Id="R71425b7ed8bb4ff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29a50230864bfd" /><Relationship Type="http://schemas.openxmlformats.org/officeDocument/2006/relationships/notesSlide" Target="/ppt/notesSlides/notesSlide5.xml" Id="Refeba715aa754f5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3077c0317d47bb" /><Relationship Type="http://schemas.openxmlformats.org/officeDocument/2006/relationships/notesSlide" Target="/ppt/notesSlides/notesSlide6.xml" Id="Rb330e6d8f86e408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62a58a9390440a" /><Relationship Type="http://schemas.openxmlformats.org/officeDocument/2006/relationships/notesSlide" Target="/ppt/notesSlides/notesSlide7.xml" Id="Rdc403d04c5504ad0" /></Relationships>
</file>

<file path=ppt/slides/slide1.xml><?xml version="1.0" encoding="utf-8"?>
<p:sld xmlns:p="http://schemas.openxmlformats.org/presentationml/2006/main">
  <p:cSld name="Results readout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02  ·  RESULTS / DEMO / LAUNCH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Results readout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What shipped, vs commitment, why it mattered — not a sprint diary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Launch / silicon bring-up readout (impact first)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TEMPLATE  ·  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Launch / silicon bring-up readout (impact first)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MediaTek public 2nm tape-out milestone language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https://www.mediatek.com/press-room/mediatek-develops-chip-utilizing-tsmcs-2nm-process-achieving-milestones-in-performance-andpower-efficiency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SRE Book — example postmortem impact summary shape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https://sre.google/sre-book/example-postmortem/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CONTENT TEMPLATE ONLY — do not copy visual design (colors, margins, fonts) as a brand system.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 · assets/README.md (agent notice)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BLUF — result &amp; impact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result &amp; impact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Status: GREEN  ·  Result: [X] delivered on [date]  ·  Ask: none / next-phase approve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Outcome: [one line].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Impact: [metric baseline → actual].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Linked OKR / program goal: [one line].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Residual risk or follow-ups: [or none].</a:t>
            </a:r>
          </a:p>
        </p:txBody>
      </p:sp>
      <p:sp>
        <p:nvSpPr>
          <p:cNvPr id="100013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Goal recall (period start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Goal recall (period start)</a:t>
            </a:r>
          </a:p>
        </p:txBody>
      </p:sp>
      <p:sp>
        <p:nvSpPr>
          <p:cNvPr id="10001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Original commit: [promise].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Success metric: target [T].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Avoid moving the goalposts — show the same definition of done.</a:t>
            </a:r>
          </a:p>
        </p:txBody>
      </p:sp>
      <p:sp>
        <p:nvSpPr>
          <p:cNvPr id="10001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Outcome metric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Outcome metrics</a:t>
            </a:r>
          </a:p>
        </p:txBody>
      </p:sp>
      <p:sp>
        <p:nvSpPr>
          <p:cNvPr id="100018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Metric A: target … / actual … / Δ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Metric B: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IC examples: power −N% at iso-perf; bring-up day-k boot; coverage gate met.</a:t>
            </a:r>
          </a:p>
        </p:txBody>
      </p:sp>
      <p:sp>
        <p:nvSpPr>
          <p:cNvPr id="100019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How we got here + learning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0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How we got here + learnings</a:t>
            </a:r>
          </a:p>
        </p:txBody>
      </p:sp>
      <p:sp>
        <p:nvSpPr>
          <p:cNvPr id="100021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Three decisions that mattered: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1.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2.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3.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Keep / stop / start (one each).</a:t>
            </a:r>
          </a:p>
        </p:txBody>
      </p:sp>
      <p:sp>
        <p:nvSpPr>
          <p:cNvPr id="100022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3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4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5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Ask: [visibility only / approve next phase / fund follow-on]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Or: No decision required — FYI readout.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Next milestone: [date + gate].</a:t>
            </a:r>
          </a:p>
        </p:txBody>
      </p:sp>
      <p:sp>
        <p:nvSpPr>
          <p:cNvPr id="100026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2026-08-06T00:05:37Z</dcterms:created>
  <cp:lastModifiedBy>OfficeCLI</cp:lastModifiedBy>
  <dcterms:modified xsi:type="dcterms:W3CDTF">2026-08-06T00:05:37Z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2026-08-06T00:05:39Z</vt:lpwstr>
  </op:property>
</op:Properties>
</file>
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cb711660f4e4d46" /><Relationship Type="http://schemas.openxmlformats.org/package/2006/relationships/metadata/core-properties" Target="/docProps/core.xml" Id="Rf83143e788e24daf" /><Relationship Type="http://schemas.openxmlformats.org/officeDocument/2006/relationships/extended-properties" Target="/docProps/app.xml" Id="Re47d61f82af846ec" /><Relationship Type="http://schemas.openxmlformats.org/officeDocument/2006/relationships/custom-properties" Target="/docProps/custom.xml" Id="R99fa437322fd4aa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529a6d637bb4fce"/>
  </p:notesMasterIdLst>
  <p:sldIdLst>
    <p:sldId id="256" r:id="R4c773c9997884373"/>
    <p:sldId id="257" r:id="Rcec5c793b0434042"/>
    <p:sldId id="258" r:id="R0279ba11bbb74b1e"/>
    <p:sldId id="259" r:id="R0503755922764191"/>
    <p:sldId id="260" r:id="R112b6ad8646f42af"/>
    <p:sldId id="261" r:id="Rc3123c7b580a4f40"/>
    <p:sldId id="262" r:id="R042b262c7e384c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c773c9997884373" /><Relationship Type="http://schemas.openxmlformats.org/officeDocument/2006/relationships/notesMaster" Target="/ppt/notesMasters/notesMaster1.xml" Id="Rd529a6d637bb4fce" /><Relationship Type="http://schemas.openxmlformats.org/officeDocument/2006/relationships/slide" Target="/ppt/slides/slide2.xml" Id="Rcec5c793b0434042" /><Relationship Type="http://schemas.openxmlformats.org/officeDocument/2006/relationships/slide" Target="/ppt/slides/slide3.xml" Id="R0279ba11bbb74b1e" /><Relationship Type="http://schemas.openxmlformats.org/officeDocument/2006/relationships/slide" Target="/ppt/slides/slide4.xml" Id="R0503755922764191" /><Relationship Type="http://schemas.openxmlformats.org/officeDocument/2006/relationships/slide" Target="/ppt/slides/slide5.xml" Id="R112b6ad8646f42af" /><Relationship Type="http://schemas.openxmlformats.org/officeDocument/2006/relationships/slide" Target="/ppt/slides/slide6.xml" Id="Rc3123c7b580a4f40" /><Relationship Type="http://schemas.openxmlformats.org/officeDocument/2006/relationships/slide" Target="/ppt/slides/slide7.xml" Id="R042b262c7e384c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a35f06640d9476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7c74e2557d0450d" /><Relationship Type="http://schemas.openxmlformats.org/officeDocument/2006/relationships/slide" Target="/ppt/slides/slide1.xml" Id="R28f379956d244b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a46bf994ca148a1" /><Relationship Type="http://schemas.openxmlformats.org/officeDocument/2006/relationships/slide" Target="/ppt/slides/slide2.xml" Id="R8e2e790d0b5b4d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9611133a7e494a" /><Relationship Type="http://schemas.openxmlformats.org/officeDocument/2006/relationships/slide" Target="/ppt/slides/slide3.xml" Id="R01e107f4cbcf47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cc1746cc63e4b15" /><Relationship Type="http://schemas.openxmlformats.org/officeDocument/2006/relationships/slide" Target="/ppt/slides/slide4.xml" Id="R3bc2be6b9c3e4c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327b6b26a7244d8" /><Relationship Type="http://schemas.openxmlformats.org/officeDocument/2006/relationships/slide" Target="/ppt/slides/slide5.xml" Id="R7dc40935982941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a5f3e32bfe640e7" /><Relationship Type="http://schemas.openxmlformats.org/officeDocument/2006/relationships/slide" Target="/ppt/slides/slide6.xml" Id="Ra96a271f3e1444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a9d5ff022b743ec" /><Relationship Type="http://schemas.openxmlformats.org/officeDocument/2006/relationships/slide" Target="/ppt/slides/slide7.xml" Id="Rc0a820c0c60249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Roadmap &amp; planning sense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Leave with endorsed 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Themes over epic dumps.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Quote capacity-model A only.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Teach the room the rule once.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Leave with endorsed map.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f14c4d5ae74c1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01e78fde53412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b36db083cb45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c66ccc41b14c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ab1d28e02041f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443c8b8094b488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8cfb7c9dc4b9c" /><Relationship Type="http://schemas.openxmlformats.org/officeDocument/2006/relationships/notesSlide" Target="/ppt/notesSlides/notesSlide1.xml" Id="R3fbf45422b244c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7c997eee4906" /><Relationship Type="http://schemas.openxmlformats.org/officeDocument/2006/relationships/notesSlide" Target="/ppt/notesSlides/notesSlide2.xml" Id="Rb1e7fa27a8e442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9c0863a2d439c" /><Relationship Type="http://schemas.openxmlformats.org/officeDocument/2006/relationships/notesSlide" Target="/ppt/notesSlides/notesSlide3.xml" Id="R73d6d2023b6841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e1d0ad8604fc5" /><Relationship Type="http://schemas.openxmlformats.org/officeDocument/2006/relationships/notesSlide" Target="/ppt/notesSlides/notesSlide4.xml" Id="R16bf104cd04547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a25a3c9fd40e1" /><Relationship Type="http://schemas.openxmlformats.org/officeDocument/2006/relationships/notesSlide" Target="/ppt/notesSlides/notesSlide5.xml" Id="Rb5c399823f6c41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85204a72142ab" /><Relationship Type="http://schemas.openxmlformats.org/officeDocument/2006/relationships/notesSlide" Target="/ppt/notesSlides/notesSlide6.xml" Id="R38fa7dd0ce104e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3beceac164460" /><Relationship Type="http://schemas.openxmlformats.org/officeDocument/2006/relationships/notesSlide" Target="/ppt/notesSlides/notesSlide7.xml" Id="Ra5cb7769d1ad4a3c" /></Relationships>
</file>

<file path=ppt/slides/slide1.xml><?xml version="1.0" encoding="utf-8"?>
<p:sld xmlns:p="http://schemas.openxmlformats.org/presentationml/2006/main">
  <p:cSld name="Roadmap &amp; planning sens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07  ·  ROADMAP REVIEW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Roadmap &amp; planning sense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Themes, capacity A, not-doing list, intake rule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plan confide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plan confidence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Themes T1–T3  ·  Capacity A: 60–70 / 15–20 / 10–15  ·  Decisions today: 1–2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 this horizon: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Explicit not-doing: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Dependencies: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endorse plan / choose priority call between X and Y.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Now / Next / Later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Now / Next / Later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NOW: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LATER: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gates: RTL freeze / DV exit / Tape-out / sample as fits.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Capacity &amp; assumptions (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&amp; assumptions (A)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Planned outcomes 60–70% | Tech investment 15–20% | Unplanned 10–15%.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Assumptions: headcount stable, dep dates hold, no unfunded scope.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ntake rul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Intake rule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New work enters only if: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1) Named priority owner, and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2) Displaces something, or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3) New capacity is funded.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380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Call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Theme 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Theme T2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Call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Debt tranche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Feature 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Risk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roadmap for Qn.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Resolve priority calls above.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dependency owners.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2026-08-05T23:17:11Z</dcterms:created>
  <cp:lastModifiedBy>OfficeCLI</cp:lastModifiedBy>
  <dcterms:modified xsi:type="dcterms:W3CDTF">2026-08-05T23:17:11Z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2026-08-05T23:17:12Z</vt:lpwstr>
  </op:property>
</op:Properties>
</file>
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caadfa5ede24911" /><Relationship Type="http://schemas.openxmlformats.org/package/2006/relationships/metadata/core-properties" Target="/docProps/core.xml" Id="R75b5aa008bf741a3" /><Relationship Type="http://schemas.openxmlformats.org/officeDocument/2006/relationships/extended-properties" Target="/docProps/app.xml" Id="R162393126e254d01" /><Relationship Type="http://schemas.openxmlformats.org/officeDocument/2006/relationships/custom-properties" Target="/docProps/custom.xml" Id="R3c099bf8e1624cd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75ce72c2ea64cf6"/>
  </p:notesMasterIdLst>
  <p:sldIdLst>
    <p:sldId id="256" r:id="R27270b6272374b15"/>
    <p:sldId id="257" r:id="R3186b3258d364eba"/>
    <p:sldId id="258" r:id="R5b87d17868394b23"/>
    <p:sldId id="259" r:id="R083e503464054421"/>
    <p:sldId id="260" r:id="R54cd93344867494a"/>
    <p:sldId id="261" r:id="Rff663396917c4b03"/>
    <p:sldId id="262" r:id="R8688f16f70694022"/>
    <p:sldId id="263" r:id="R646ba518f98640f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7270b6272374b15" /><Relationship Type="http://schemas.openxmlformats.org/officeDocument/2006/relationships/notesMaster" Target="/ppt/notesMasters/notesMaster1.xml" Id="R175ce72c2ea64cf6" /><Relationship Type="http://schemas.openxmlformats.org/officeDocument/2006/relationships/slide" Target="/ppt/slides/slide2.xml" Id="R3186b3258d364eba" /><Relationship Type="http://schemas.openxmlformats.org/officeDocument/2006/relationships/slide" Target="/ppt/slides/slide3.xml" Id="R5b87d17868394b23" /><Relationship Type="http://schemas.openxmlformats.org/officeDocument/2006/relationships/slide" Target="/ppt/slides/slide4.xml" Id="R083e503464054421" /><Relationship Type="http://schemas.openxmlformats.org/officeDocument/2006/relationships/slide" Target="/ppt/slides/slide5.xml" Id="R54cd93344867494a" /><Relationship Type="http://schemas.openxmlformats.org/officeDocument/2006/relationships/slide" Target="/ppt/slides/slide6.xml" Id="Rff663396917c4b03" /><Relationship Type="http://schemas.openxmlformats.org/officeDocument/2006/relationships/slide" Target="/ppt/slides/slide7.xml" Id="R8688f16f70694022" /><Relationship Type="http://schemas.openxmlformats.org/officeDocument/2006/relationships/slide" Target="/ppt/slides/slide8.xml" Id="R646ba518f98640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2ff40e78c1e4aa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5cd2dbd7f5467e" /><Relationship Type="http://schemas.openxmlformats.org/officeDocument/2006/relationships/slide" Target="/ppt/slides/slide1.xml" Id="R8b074c04a5204b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2dc4b3621984655" /><Relationship Type="http://schemas.openxmlformats.org/officeDocument/2006/relationships/slide" Target="/ppt/slides/slide2.xml" Id="R854a25c6fce048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45f755fe2df4312" /><Relationship Type="http://schemas.openxmlformats.org/officeDocument/2006/relationships/slide" Target="/ppt/slides/slide3.xml" Id="R1fe194a2de2849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5fac24a759d475a" /><Relationship Type="http://schemas.openxmlformats.org/officeDocument/2006/relationships/slide" Target="/ppt/slides/slide4.xml" Id="R1d8a0573d58646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21a49937cb64a3e" /><Relationship Type="http://schemas.openxmlformats.org/officeDocument/2006/relationships/slide" Target="/ppt/slides/slide5.xml" Id="Re626fe4671a14a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ec6ff9e8fad44b3" /><Relationship Type="http://schemas.openxmlformats.org/officeDocument/2006/relationships/slide" Target="/ppt/slides/slide6.xml" Id="Rdbf92135a1d44b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d00771995824e3f" /><Relationship Type="http://schemas.openxmlformats.org/officeDocument/2006/relationships/slide" Target="/ppt/slides/slide7.xml" Id="R0da8078e0fc545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2ccd84b183f4ab3" /><Relationship Type="http://schemas.openxmlformats.org/officeDocument/2006/relationships/slide" Target="/ppt/slides/slide8.xml" Id="R281fc7efb1ab4b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Roadmap &amp; planning sense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Themes over epic dumps.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Quote capacity-model A only.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Teach the room the rule once.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df3adf7d541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3f752be6f430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a0a8114bd4b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1de56525b4b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255ed2a88c4c1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cab07d01bd2408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24017831d4640" /><Relationship Type="http://schemas.openxmlformats.org/officeDocument/2006/relationships/notesSlide" Target="/ppt/notesSlides/notesSlide1.xml" Id="R4ac00690043a4a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0c474b6574421" /><Relationship Type="http://schemas.openxmlformats.org/officeDocument/2006/relationships/notesSlide" Target="/ppt/notesSlides/notesSlide2.xml" Id="R44174254b92142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56c740e06466a" /><Relationship Type="http://schemas.openxmlformats.org/officeDocument/2006/relationships/notesSlide" Target="/ppt/notesSlides/notesSlide3.xml" Id="R3a5b1c69452e4e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8b5cb05da42fc" /><Relationship Type="http://schemas.openxmlformats.org/officeDocument/2006/relationships/notesSlide" Target="/ppt/notesSlides/notesSlide4.xml" Id="R2c5619c2ef1b4a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18bd6916247d6" /><Relationship Type="http://schemas.openxmlformats.org/officeDocument/2006/relationships/notesSlide" Target="/ppt/notesSlides/notesSlide5.xml" Id="R17c21031b7a84e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4c01c6bb64adc" /><Relationship Type="http://schemas.openxmlformats.org/officeDocument/2006/relationships/notesSlide" Target="/ppt/notesSlides/notesSlide6.xml" Id="R8aef48e8208e47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49c19fa66402f" /><Relationship Type="http://schemas.openxmlformats.org/officeDocument/2006/relationships/notesSlide" Target="/ppt/notesSlides/notesSlide7.xml" Id="Rdcdb9be8f40045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4a2c45df244e9" /><Relationship Type="http://schemas.openxmlformats.org/officeDocument/2006/relationships/notesSlide" Target="/ppt/notesSlides/notesSlide8.xml" Id="R5927470a55a2468e" /></Relationships>
</file>

<file path=ppt/slides/slide1.xml><?xml version="1.0" encoding="utf-8"?>
<p:sld xmlns:p="http://schemas.openxmlformats.org/presentationml/2006/main">
  <p:cSld name="Roadmap &amp; planning sen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ROADMAP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Roadmap &amp; planning sense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Themes, capacity A, not-doing list, intake rule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Outcome themes + not-doing + capacity-honest plan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Outcome themes + not-doing + capacity-honest plan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plan confide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plan confidence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 T1–T3  ·  Capacity A: 60–70 / 15–20 / 10–15  ·  Decisions today: 1–2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this horizon: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Explicit not-doing: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Dependencies: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plan / choose priority call between X and Y.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gates: RTL freeze / DV exit / Tape-out / sample as fits.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Planned outcomes 60–70% | Tech investment 15–20% | Unplanned 10–15%.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headcount stable, dep dates hold, no unfunded scope.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New work enters only if: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1) Named priority owner, and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2) Displaces something, or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3) New capacity is funded.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T2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Debt tranche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Feature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Risk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roadmap for Qn.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Resolve priority calls above.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dependency owners.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2026-08-05T23:41:42Z</dcterms:created>
  <cp:lastModifiedBy>OfficeCLI</cp:lastModifiedBy>
  <dcterms:modified xsi:type="dcterms:W3CDTF">2026-08-05T23:41:42Z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2026-08-05T23:41:43Z</vt:lpwstr>
  </op:property>
</op:Properties>
</file>
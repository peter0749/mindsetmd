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efb30b465254830" /><Relationship Type="http://schemas.openxmlformats.org/package/2006/relationships/metadata/core-properties" Target="/docProps/core.xml" Id="R183569b0a2144cfa" /><Relationship Type="http://schemas.openxmlformats.org/officeDocument/2006/relationships/extended-properties" Target="/docProps/app.xml" Id="R5afc7baeefe74780" /><Relationship Type="http://schemas.openxmlformats.org/officeDocument/2006/relationships/custom-properties" Target="/docProps/custom.xml" Id="Rd065152694624db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c37167dd978465e"/>
  </p:notesMasterIdLst>
  <p:sldIdLst>
    <p:sldId id="256" r:id="Rbcb6708cade2456e"/>
    <p:sldId id="257" r:id="R8670a2e7bee84ce3"/>
    <p:sldId id="258" r:id="R8fdcd069068c41f8"/>
    <p:sldId id="259" r:id="R8332bfec47844cce"/>
    <p:sldId id="260" r:id="R2c2bcd5558cb41b8"/>
    <p:sldId id="261" r:id="R6f0cb02dfb304152"/>
    <p:sldId id="262" r:id="R1451afa1c24541ab"/>
    <p:sldId id="263" r:id="R5d43fe4b94324af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cb6708cade2456e" /><Relationship Type="http://schemas.openxmlformats.org/officeDocument/2006/relationships/notesMaster" Target="/ppt/notesMasters/notesMaster1.xml" Id="R8c37167dd978465e" /><Relationship Type="http://schemas.openxmlformats.org/officeDocument/2006/relationships/slide" Target="/ppt/slides/slide2.xml" Id="R8670a2e7bee84ce3" /><Relationship Type="http://schemas.openxmlformats.org/officeDocument/2006/relationships/slide" Target="/ppt/slides/slide3.xml" Id="R8fdcd069068c41f8" /><Relationship Type="http://schemas.openxmlformats.org/officeDocument/2006/relationships/slide" Target="/ppt/slides/slide4.xml" Id="R8332bfec47844cce" /><Relationship Type="http://schemas.openxmlformats.org/officeDocument/2006/relationships/slide" Target="/ppt/slides/slide5.xml" Id="R2c2bcd5558cb41b8" /><Relationship Type="http://schemas.openxmlformats.org/officeDocument/2006/relationships/slide" Target="/ppt/slides/slide6.xml" Id="R6f0cb02dfb304152" /><Relationship Type="http://schemas.openxmlformats.org/officeDocument/2006/relationships/slide" Target="/ppt/slides/slide7.xml" Id="R1451afa1c24541ab" /><Relationship Type="http://schemas.openxmlformats.org/officeDocument/2006/relationships/slide" Target="/ppt/slides/slide8.xml" Id="R5d43fe4b94324a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9788596491b4c8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a0819c2e654cfe" /><Relationship Type="http://schemas.openxmlformats.org/officeDocument/2006/relationships/slide" Target="/ppt/slides/slide1.xml" Id="R8d4912c116cb46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d1a13e576e4424d" /><Relationship Type="http://schemas.openxmlformats.org/officeDocument/2006/relationships/slide" Target="/ppt/slides/slide2.xml" Id="R914069b4893a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013e0e48e34107" /><Relationship Type="http://schemas.openxmlformats.org/officeDocument/2006/relationships/slide" Target="/ppt/slides/slide3.xml" Id="R8ff8567cddaf42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0bd225c0f6f4f18" /><Relationship Type="http://schemas.openxmlformats.org/officeDocument/2006/relationships/slide" Target="/ppt/slides/slide4.xml" Id="R6fc895e4be3745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0c8d9e203bd4b44" /><Relationship Type="http://schemas.openxmlformats.org/officeDocument/2006/relationships/slide" Target="/ppt/slides/slide5.xml" Id="R9ba2beb793aa4e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318b363bbb94d46" /><Relationship Type="http://schemas.openxmlformats.org/officeDocument/2006/relationships/slide" Target="/ppt/slides/slide6.xml" Id="Rb30d6019455042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8fc488a256d4be8" /><Relationship Type="http://schemas.openxmlformats.org/officeDocument/2006/relationships/slide" Target="/ppt/slides/slide7.xml" Id="R11fd65d85b954a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d745cacb5de4f1f" /><Relationship Type="http://schemas.openxmlformats.org/officeDocument/2006/relationships/slide" Target="/ppt/slides/slide8.xml" Id="R89aef4035d934b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Roadmap &amp; planning sense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Themes over epic dumps.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Quote capacity-model A only.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Teach the room the rule once.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465278dba24c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85e10611344f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fe7f0ac644d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f22d508d744e7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41c255d9f446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ef71690a545480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4d6e0762740ee" /><Relationship Type="http://schemas.openxmlformats.org/officeDocument/2006/relationships/notesSlide" Target="/ppt/notesSlides/notesSlide1.xml" Id="R59afedc66db748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87cf635e04ed7" /><Relationship Type="http://schemas.openxmlformats.org/officeDocument/2006/relationships/notesSlide" Target="/ppt/notesSlides/notesSlide2.xml" Id="R4cfcc8f59cf948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97d3c8c1c4b94" /><Relationship Type="http://schemas.openxmlformats.org/officeDocument/2006/relationships/notesSlide" Target="/ppt/notesSlides/notesSlide3.xml" Id="R600793b8d1bd4b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dd970edb44f13" /><Relationship Type="http://schemas.openxmlformats.org/officeDocument/2006/relationships/notesSlide" Target="/ppt/notesSlides/notesSlide4.xml" Id="Ra27b9323e44141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19d7ea31c49e8" /><Relationship Type="http://schemas.openxmlformats.org/officeDocument/2006/relationships/notesSlide" Target="/ppt/notesSlides/notesSlide5.xml" Id="Rfe47e75e185a40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cfce9fc964bb7" /><Relationship Type="http://schemas.openxmlformats.org/officeDocument/2006/relationships/notesSlide" Target="/ppt/notesSlides/notesSlide6.xml" Id="Rbda9da0c1a5141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bcdcbee1e40a4" /><Relationship Type="http://schemas.openxmlformats.org/officeDocument/2006/relationships/notesSlide" Target="/ppt/notesSlides/notesSlide7.xml" Id="R78fa6474854140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debf5d6334e32" /><Relationship Type="http://schemas.openxmlformats.org/officeDocument/2006/relationships/notesSlide" Target="/ppt/notesSlides/notesSlide8.xml" Id="R26cac49e8fc74e0a" /></Relationships>
</file>

<file path=ppt/slides/slide1.xml><?xml version="1.0" encoding="utf-8"?>
<p:sld xmlns:p="http://schemas.openxmlformats.org/presentationml/2006/main">
  <p:cSld name="Roadmap &amp; planning sen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ROADMAP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Roadmap &amp; planning sense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Themes, capacity A, not-doing list, intake rule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Outcome themes + not-doing + capacity-honest plan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Outcome themes + not-doing + capacity-honest plan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plan confide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plan confidence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 T1–T3  ·  Capacity A: 60–70 / 15–20 / 10–15  ·  Decisions today: 1–2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this horizon: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Explicit not-doing: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Dependencies: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plan / choose priority call between X and Y.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gates: RTL freeze / DV exit / Tape-out / sample as fits.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Planned outcomes 60–70% | Tech investment 15–20% | Unplanned 10–15%.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headcount stable, dep dates hold, no unfunded scope.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New work enters only if: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1) Named priority owner, and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2) Displaces something, or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3) New capacity is funded.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T2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Debt tranche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Feature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Risk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roadmap for Qn.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Resolve priority calls above.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owners.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2026-08-06T00:06:04Z</dcterms:created>
  <cp:lastModifiedBy>OfficeCLI</cp:lastModifiedBy>
  <dcterms:modified xsi:type="dcterms:W3CDTF">2026-08-06T00:06:04Z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2026-08-06T00:06:05Z</vt:lpwstr>
  </op:property>
</op:Properties>
</file>
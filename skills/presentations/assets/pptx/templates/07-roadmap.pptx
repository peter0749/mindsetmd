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e70e105a4254c4c" /><Relationship Type="http://schemas.openxmlformats.org/package/2006/relationships/metadata/core-properties" Target="/docProps/core.xml" Id="Ra45302a525cd427b" /><Relationship Type="http://schemas.openxmlformats.org/officeDocument/2006/relationships/extended-properties" Target="/docProps/app.xml" Id="R3628313ba19c44a7" /><Relationship Type="http://schemas.openxmlformats.org/officeDocument/2006/relationships/custom-properties" Target="/docProps/custom.xml" Id="R914318c36136493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6683d01228074c3f"/>
  </p:notesMasterIdLst>
  <p:sldIdLst>
    <p:sldId id="256" r:id="R73bc2b79c1d14731"/>
    <p:sldId id="257" r:id="Re25ede4403ea4d95"/>
    <p:sldId id="258" r:id="R90b945a66979437d"/>
    <p:sldId id="259" r:id="R8085716a01ce49d3"/>
    <p:sldId id="260" r:id="R588de401801c4111"/>
    <p:sldId id="261" r:id="R8f45a3e62cac4864"/>
    <p:sldId id="262" r:id="Ra3ef84efc7c4463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3bc2b79c1d14731" /><Relationship Type="http://schemas.openxmlformats.org/officeDocument/2006/relationships/notesMaster" Target="/ppt/notesMasters/notesMaster1.xml" Id="R6683d01228074c3f" /><Relationship Type="http://schemas.openxmlformats.org/officeDocument/2006/relationships/slide" Target="/ppt/slides/slide2.xml" Id="Re25ede4403ea4d95" /><Relationship Type="http://schemas.openxmlformats.org/officeDocument/2006/relationships/slide" Target="/ppt/slides/slide3.xml" Id="R90b945a66979437d" /><Relationship Type="http://schemas.openxmlformats.org/officeDocument/2006/relationships/slide" Target="/ppt/slides/slide4.xml" Id="R8085716a01ce49d3" /><Relationship Type="http://schemas.openxmlformats.org/officeDocument/2006/relationships/slide" Target="/ppt/slides/slide5.xml" Id="R588de401801c4111" /><Relationship Type="http://schemas.openxmlformats.org/officeDocument/2006/relationships/slide" Target="/ppt/slides/slide6.xml" Id="R8f45a3e62cac4864" /><Relationship Type="http://schemas.openxmlformats.org/officeDocument/2006/relationships/slide" Target="/ppt/slides/slide7.xml" Id="Ra3ef84efc7c446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b6192ed1e948e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cd2ec4c17e94f41" /><Relationship Type="http://schemas.openxmlformats.org/officeDocument/2006/relationships/slide" Target="/ppt/slides/slide1.xml" Id="R9d775238521d4d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f1dc967db034986" /><Relationship Type="http://schemas.openxmlformats.org/officeDocument/2006/relationships/slide" Target="/ppt/slides/slide2.xml" Id="R0fd00b957f8c41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229b449f6db4e8b" /><Relationship Type="http://schemas.openxmlformats.org/officeDocument/2006/relationships/slide" Target="/ppt/slides/slide3.xml" Id="Rc7bf0c8bff7543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89b834a11d64011" /><Relationship Type="http://schemas.openxmlformats.org/officeDocument/2006/relationships/slide" Target="/ppt/slides/slide4.xml" Id="Ra246924a903849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8be61e64dd74179" /><Relationship Type="http://schemas.openxmlformats.org/officeDocument/2006/relationships/slide" Target="/ppt/slides/slide5.xml" Id="R31fe530a54ba40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289e9f9d2a447cc" /><Relationship Type="http://schemas.openxmlformats.org/officeDocument/2006/relationships/slide" Target="/ppt/slides/slide6.xml" Id="Rf33277a3bd9749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dd8fa6922b242ce" /><Relationship Type="http://schemas.openxmlformats.org/officeDocument/2006/relationships/slide" Target="/ppt/slides/slide7.xml" Id="Rbb20ad68d2d3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(template). Roadmap &amp; planning sense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Leave with endorsed map.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Themes over epic dumps.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Quote capacity-model A only.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Teach the room the rule once.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Leave with endorsed map.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9bbd1cb624c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65a29b12a40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c0cbee27e4a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b0c38439245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be3544581447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62248a18f504c3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8e0386eb54c5c" /><Relationship Type="http://schemas.openxmlformats.org/officeDocument/2006/relationships/notesSlide" Target="/ppt/notesSlides/notesSlide1.xml" Id="Ra8dbba1ab3b244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b7155a7b94879" /><Relationship Type="http://schemas.openxmlformats.org/officeDocument/2006/relationships/notesSlide" Target="/ppt/notesSlides/notesSlide2.xml" Id="R04dfd60b2f6743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05c01a3ed4ccb" /><Relationship Type="http://schemas.openxmlformats.org/officeDocument/2006/relationships/notesSlide" Target="/ppt/notesSlides/notesSlide3.xml" Id="R83357a58c1f64d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1176ea75e425a" /><Relationship Type="http://schemas.openxmlformats.org/officeDocument/2006/relationships/notesSlide" Target="/ppt/notesSlides/notesSlide4.xml" Id="Rdbd7119fa78541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081531ba04386" /><Relationship Type="http://schemas.openxmlformats.org/officeDocument/2006/relationships/notesSlide" Target="/ppt/notesSlides/notesSlide5.xml" Id="Rc06e5b6d163c49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44e7b583247f0" /><Relationship Type="http://schemas.openxmlformats.org/officeDocument/2006/relationships/notesSlide" Target="/ppt/notesSlides/notesSlide6.xml" Id="R1c6edd6f6d5f4c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e247b5c3f4b93" /><Relationship Type="http://schemas.openxmlformats.org/officeDocument/2006/relationships/notesSlide" Target="/ppt/notesSlides/notesSlide7.xml" Id="R972259cddaa8469d" /></Relationships>
</file>

<file path=ppt/slides/slide1.xml><?xml version="1.0" encoding="utf-8"?>
<p:sld xmlns:p="http://schemas.openxmlformats.org/presentationml/2006/main">
  <p:cSld name="Roadmap &amp; planning sense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1008000"/>
            <a:ext cx="1108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07  ·  ROADMAP REVIEW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440000"/>
            <a:ext cx="11088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Calibri"/>
                <a:ea typeface="Calibri"/>
              </a:rPr>
              <a:t>Roadmap &amp; planning sense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520000"/>
            <a:ext cx="11088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CADCFC"/>
                </a:solidFill>
                <a:latin typeface="Calibri"/>
                <a:ea typeface="Calibri"/>
              </a:rPr>
              <a:t>Themes, capacity A, not-doing list, intake rule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TEMPLATE  ·  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BLUF — plan confide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plan confidence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Themes T1–T3  ·  Capacity A: 60–70 / 15–20 / 10–15  ·  Decisions today: 1–2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Outcomes this horizon: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Explicit not-doing: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Dependencies: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Ask: endorse plan / choose priority call between X and Y.</a:t>
            </a:r>
          </a:p>
        </p:txBody>
      </p:sp>
      <p:sp>
        <p:nvSpPr>
          <p:cNvPr id="100008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Now / Next / Later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Now / Next / Later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NOW: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NEXT: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LATER: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IC gates: RTL freeze / DV exit / Tape-out / sample as fits.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Capacity &amp; assumptions (A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2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Capacity &amp; assumptions (A)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Planned outcomes 60–70% | Tech investment 15–20% | Unplanned 10–15%.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Assumptions: headcount stable, dep dates hold, no unfunded scope.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Intake rul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Intake rule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New work enters only if: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1) Named priority owner, and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2) Displaces something, or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3) New capacity is funded.</a:t>
            </a:r>
          </a:p>
        </p:txBody>
      </p:sp>
      <p:sp>
        <p:nvSpPr>
          <p:cNvPr id="100017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0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72000"/>
                <a:gridCol w="2772000"/>
                <a:gridCol w="2772000"/>
                <a:gridCol w="2772000"/>
              </a:tblGrid>
              <a:tr h="1380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Priority call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Keep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Displace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380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Call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Theme 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Theme T2 slot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Customer 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0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Call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Debt tranche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Feature 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Risk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1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2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3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4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Endorse roadmap for Qn.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Resolve priority calls above.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Confirm dependency owners.</a:t>
            </a:r>
          </a:p>
        </p:txBody>
      </p:sp>
      <p:sp>
        <p:nvSpPr>
          <p:cNvPr id="100025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2026-08-05T23:31:04Z</dcterms:created>
  <cp:lastModifiedBy>OfficeCLI</cp:lastModifiedBy>
  <dcterms:modified xsi:type="dcterms:W3CDTF">2026-08-05T23:31:04Z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2026-08-05T23:31:05Z</vt:lpwstr>
  </op:property>
</op:Properties>
</file>
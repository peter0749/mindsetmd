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59a2cc08d53468b" /><Relationship Type="http://schemas.openxmlformats.org/package/2006/relationships/metadata/core-properties" Target="/docProps/core.xml" Id="Raacd12c8ef404a0f" /><Relationship Type="http://schemas.openxmlformats.org/officeDocument/2006/relationships/extended-properties" Target="/docProps/app.xml" Id="R22779fb0f7604682" /><Relationship Type="http://schemas.openxmlformats.org/officeDocument/2006/relationships/custom-properties" Target="/docProps/custom.xml" Id="R5844487c05ee427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95aabea784154d16"/>
  </p:notesMasterIdLst>
  <p:sldIdLst>
    <p:sldId id="256" r:id="R13e837bb764042cb"/>
    <p:sldId id="257" r:id="Rf67bf1b22b3741cc"/>
    <p:sldId id="258" r:id="Ra82f1c703eb74471"/>
    <p:sldId id="259" r:id="R1c46c25252c84e36"/>
    <p:sldId id="260" r:id="Raae090e4b5524485"/>
    <p:sldId id="261" r:id="Rcb4190c2d8694c38"/>
    <p:sldId id="262" r:id="Re1c401dc3a2d475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3e837bb764042cb" /><Relationship Type="http://schemas.openxmlformats.org/officeDocument/2006/relationships/notesMaster" Target="/ppt/notesMasters/notesMaster1.xml" Id="R95aabea784154d16" /><Relationship Type="http://schemas.openxmlformats.org/officeDocument/2006/relationships/slide" Target="/ppt/slides/slide2.xml" Id="Rf67bf1b22b3741cc" /><Relationship Type="http://schemas.openxmlformats.org/officeDocument/2006/relationships/slide" Target="/ppt/slides/slide3.xml" Id="Ra82f1c703eb74471" /><Relationship Type="http://schemas.openxmlformats.org/officeDocument/2006/relationships/slide" Target="/ppt/slides/slide4.xml" Id="R1c46c25252c84e36" /><Relationship Type="http://schemas.openxmlformats.org/officeDocument/2006/relationships/slide" Target="/ppt/slides/slide5.xml" Id="Raae090e4b5524485" /><Relationship Type="http://schemas.openxmlformats.org/officeDocument/2006/relationships/slide" Target="/ppt/slides/slide6.xml" Id="Rcb4190c2d8694c38" /><Relationship Type="http://schemas.openxmlformats.org/officeDocument/2006/relationships/slide" Target="/ppt/slides/slide7.xml" Id="Re1c401dc3a2d47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d75c99ebebd492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baa99a74fcc42a1" /><Relationship Type="http://schemas.openxmlformats.org/officeDocument/2006/relationships/slide" Target="/ppt/slides/slide1.xml" Id="Rcdf4c2a083b04b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87b4483c7a344e2" /><Relationship Type="http://schemas.openxmlformats.org/officeDocument/2006/relationships/slide" Target="/ppt/slides/slide2.xml" Id="Rb9188b5cbc8f4c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f96c098fe48d2" /><Relationship Type="http://schemas.openxmlformats.org/officeDocument/2006/relationships/slide" Target="/ppt/slides/slide3.xml" Id="Rd24c11f839fe43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c3e012ea164849" /><Relationship Type="http://schemas.openxmlformats.org/officeDocument/2006/relationships/slide" Target="/ppt/slides/slide4.xml" Id="Ra98ac7c30fa845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9abb029cf634c47" /><Relationship Type="http://schemas.openxmlformats.org/officeDocument/2006/relationships/slide" Target="/ppt/slides/slide5.xml" Id="R147dbcad835f4f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3d94aa214a4517" /><Relationship Type="http://schemas.openxmlformats.org/officeDocument/2006/relationships/slide" Target="/ppt/slides/slide6.xml" Id="R07af0af5950f4d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f182f395b0b4194" /><Relationship Type="http://schemas.openxmlformats.org/officeDocument/2006/relationships/slide" Target="/ppt/slides/slide7.xml" Id="R41d76669e4e041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Period-start planning commit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Verifiable definitions of done.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Operating system, not just goals.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5999147f5049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289ed8aec646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7365327a174d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6b15137ad548c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e5043f0a3a41a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9cd672de5e2439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bb0598e0a463c" /><Relationship Type="http://schemas.openxmlformats.org/officeDocument/2006/relationships/notesSlide" Target="/ppt/notesSlides/notesSlide1.xml" Id="R7f909134f4dd4b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cef81e37d4a51" /><Relationship Type="http://schemas.openxmlformats.org/officeDocument/2006/relationships/notesSlide" Target="/ppt/notesSlides/notesSlide2.xml" Id="Rb0f1581ac7b940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d8d883a424ea2" /><Relationship Type="http://schemas.openxmlformats.org/officeDocument/2006/relationships/notesSlide" Target="/ppt/notesSlides/notesSlide3.xml" Id="R397a51e1b1ee44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6bec7c3bd4dec" /><Relationship Type="http://schemas.openxmlformats.org/officeDocument/2006/relationships/notesSlide" Target="/ppt/notesSlides/notesSlide4.xml" Id="Rd21d3e56c5da4d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12ad896734d99" /><Relationship Type="http://schemas.openxmlformats.org/officeDocument/2006/relationships/notesSlide" Target="/ppt/notesSlides/notesSlide5.xml" Id="Rd2abc34927cd4c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7ed990f154b36" /><Relationship Type="http://schemas.openxmlformats.org/officeDocument/2006/relationships/notesSlide" Target="/ppt/notesSlides/notesSlide6.xml" Id="R51ff2240d3c741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8c791fdf141d9" /><Relationship Type="http://schemas.openxmlformats.org/officeDocument/2006/relationships/notesSlide" Target="/ppt/notesSlides/notesSlide7.xml" Id="R6f4c8cd4aa3e4bae" /></Relationships>
</file>

<file path=ppt/slides/slide1.xml><?xml version="1.0" encoding="utf-8"?>
<p:sld xmlns:p="http://schemas.openxmlformats.org/presentationml/2006/main">
  <p:cSld name="Period-start planning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PERIOD START /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Period-start planning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Commit vs stretch vs out — shared endorsement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period comm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period commit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[1–3 outcomes]  ·  Ask: Endorse plan Option B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level clarity: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COMMIT — must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STRETCH — conditional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 — explicit not doing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Resource assumptions and gaps flagged.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1 — metric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3 — …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 / launch trains / IC freezes.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Meeting cadence, intake, escalation path.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Max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+HC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Commit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+ buffer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the period.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contracts.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resource path if gap remains.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2026-08-06T00:06:09Z</dcterms:created>
  <cp:lastModifiedBy>OfficeCLI</cp:lastModifiedBy>
  <dcterms:modified xsi:type="dcterms:W3CDTF">2026-08-06T00:06:09Z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2026-08-06T00:06:11Z</vt:lpwstr>
  </op:property>
</op:Properties>
</file>
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f82211ee0ff4bf8" /><Relationship Type="http://schemas.openxmlformats.org/package/2006/relationships/metadata/core-properties" Target="/docProps/core.xml" Id="R33d59da74fba4a79" /><Relationship Type="http://schemas.openxmlformats.org/officeDocument/2006/relationships/extended-properties" Target="/docProps/app.xml" Id="R15171cc525784724" /><Relationship Type="http://schemas.openxmlformats.org/officeDocument/2006/relationships/custom-properties" Target="/docProps/custom.xml" Id="Rd4e41a0c5cd0429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c72da1a87d70483b"/>
  </p:notesMasterIdLst>
  <p:sldIdLst>
    <p:sldId id="256" r:id="R59ee65a9f0a34a3b"/>
    <p:sldId id="257" r:id="R9dde4eb38b8b4288"/>
    <p:sldId id="258" r:id="R95ee766451ca4c5c"/>
    <p:sldId id="259" r:id="R335c260d8b37487e"/>
    <p:sldId id="260" r:id="Rfecd17cd8f4d44ac"/>
    <p:sldId id="261" r:id="Rd18dc928ee0e4e15"/>
    <p:sldId id="262" r:id="R5503eb4a05e544f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59ee65a9f0a34a3b" /><Relationship Type="http://schemas.openxmlformats.org/officeDocument/2006/relationships/notesMaster" Target="/ppt/notesMasters/notesMaster1.xml" Id="Rc72da1a87d70483b" /><Relationship Type="http://schemas.openxmlformats.org/officeDocument/2006/relationships/slide" Target="/ppt/slides/slide2.xml" Id="R9dde4eb38b8b4288" /><Relationship Type="http://schemas.openxmlformats.org/officeDocument/2006/relationships/slide" Target="/ppt/slides/slide3.xml" Id="R95ee766451ca4c5c" /><Relationship Type="http://schemas.openxmlformats.org/officeDocument/2006/relationships/slide" Target="/ppt/slides/slide4.xml" Id="R335c260d8b37487e" /><Relationship Type="http://schemas.openxmlformats.org/officeDocument/2006/relationships/slide" Target="/ppt/slides/slide5.xml" Id="Rfecd17cd8f4d44ac" /><Relationship Type="http://schemas.openxmlformats.org/officeDocument/2006/relationships/slide" Target="/ppt/slides/slide6.xml" Id="Rd18dc928ee0e4e15" /><Relationship Type="http://schemas.openxmlformats.org/officeDocument/2006/relationships/slide" Target="/ppt/slides/slide7.xml" Id="R5503eb4a05e544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f2ff6db8765420f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673f563a86848f3" /><Relationship Type="http://schemas.openxmlformats.org/officeDocument/2006/relationships/slide" Target="/ppt/slides/slide1.xml" Id="R15ae55ec280843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83d63c6134e4a32" /><Relationship Type="http://schemas.openxmlformats.org/officeDocument/2006/relationships/slide" Target="/ppt/slides/slide2.xml" Id="Rf4a86cc2b0bb4d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6407e9577a34c0d" /><Relationship Type="http://schemas.openxmlformats.org/officeDocument/2006/relationships/slide" Target="/ppt/slides/slide3.xml" Id="R2aac4e39e79241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91d9671491d484f" /><Relationship Type="http://schemas.openxmlformats.org/officeDocument/2006/relationships/slide" Target="/ppt/slides/slide4.xml" Id="Re0143e6e22b944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19750e237484983" /><Relationship Type="http://schemas.openxmlformats.org/officeDocument/2006/relationships/slide" Target="/ppt/slides/slide5.xml" Id="Rc3d2b676f762489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765f07996c24aaf" /><Relationship Type="http://schemas.openxmlformats.org/officeDocument/2006/relationships/slide" Target="/ppt/slides/slide6.xml" Id="R36c17560bb1a47b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f80dca86def4bbc" /><Relationship Type="http://schemas.openxmlformats.org/officeDocument/2006/relationships/slide" Target="/ppt/slides/slide7.xml" Id="R43698af3585944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Period-start planning commit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Commit / stretch / out period kickoff</a:t>
            </a:r>
          </a:p>
          <a:p xmlns:a="http://schemas.openxmlformats.org/drawingml/2006/main">
            <a:r>
              <a:rPr lang="en-US"/>
              <a:t>EM Tools — Roadmap / planning kickoff norms: https://www.em-tools.io/engineering-manager-responsibilities/roadmap-planning</a:t>
            </a:r>
          </a:p>
          <a:p xmlns:a="http://schemas.openxmlformats.org/drawingml/2006/main">
            <a:r>
              <a:rPr lang="en-US"/>
              <a:t>BLUF executive framing: https://www.getorvo.com/learn/executive-communication-strategy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Commit / stretch / out period kickoff</a:t>
            </a:r>
          </a:p>
          <a:p xmlns:a="http://schemas.openxmlformats.org/drawingml/2006/main">
            <a:r>
              <a:rPr lang="en-US"/>
              <a:t>EM Tools — Roadmap / planning kickoff norms: https://www.em-tools.io/engineering-manager-responsibilities/roadmap-planning</a:t>
            </a:r>
          </a:p>
          <a:p xmlns:a="http://schemas.openxmlformats.org/drawingml/2006/main">
            <a:r>
              <a:rPr lang="en-US"/>
              <a:t>BLUF executive framing: https://www.getorvo.com/learn/executive-communication-strategy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Shared commitment, not a wish list.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Verifiable definitions of done.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Operating system, not just goals.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Shared commitment, not a wish list.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8a4e16a77f4f1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2dba009d0b467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44cb13ec7e45e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bd1d60ca194ce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66a76b97f2429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c2cec0cdb6b42a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abfbaefc1046cc" /><Relationship Type="http://schemas.openxmlformats.org/officeDocument/2006/relationships/notesSlide" Target="/ppt/notesSlides/notesSlide1.xml" Id="R17729a6ea4e34a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bbf2f5da046f3" /><Relationship Type="http://schemas.openxmlformats.org/officeDocument/2006/relationships/notesSlide" Target="/ppt/notesSlides/notesSlide2.xml" Id="R9def43d0fc5e43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569ee1b2e4702" /><Relationship Type="http://schemas.openxmlformats.org/officeDocument/2006/relationships/notesSlide" Target="/ppt/notesSlides/notesSlide3.xml" Id="R784c983fdca94d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05fe0430a4a0f" /><Relationship Type="http://schemas.openxmlformats.org/officeDocument/2006/relationships/notesSlide" Target="/ppt/notesSlides/notesSlide4.xml" Id="R1ec067d7e48a48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0c79ef93504d4b" /><Relationship Type="http://schemas.openxmlformats.org/officeDocument/2006/relationships/notesSlide" Target="/ppt/notesSlides/notesSlide5.xml" Id="Red6565ab09b64d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4b488f7244cb2" /><Relationship Type="http://schemas.openxmlformats.org/officeDocument/2006/relationships/notesSlide" Target="/ppt/notesSlides/notesSlide6.xml" Id="R2fd0f1a5863044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1b03f741342a9" /><Relationship Type="http://schemas.openxmlformats.org/officeDocument/2006/relationships/notesSlide" Target="/ppt/notesSlides/notesSlide7.xml" Id="R096eb3b09a564278" /></Relationships>
</file>

<file path=ppt/slides/slide1.xml><?xml version="1.0" encoding="utf-8"?>
<p:sld xmlns:p="http://schemas.openxmlformats.org/presentationml/2006/main">
  <p:cSld name="Period-start planning commi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08  ·  PERIOD START / KICKOFF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Period-start planning commit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Commit vs stretch vs out — shared endorsement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Commit / stretch / out period kickoff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Commit / stretch / out period kickoff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Roadmap / planning kickoff norms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https://www.em-tools.io/engineering-manager-responsibilities/roadmap-planning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BLUF executive framing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https://www.getorvo.com/learn/executive-communication-strategy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period commi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period commit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Period goal: [1–3 outcomes]  ·  Ask: Endorse plan Option B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level clarity: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COMMIT — must hit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STRETCH — conditional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OUT — explicit not doing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Resource assumptions and gaps flagged.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Outcomes &amp; success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&amp; success metrics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1 — metric — owner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2 —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3 — …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Milestones &amp; working agreeme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Milestones &amp; working agreements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Gates / launch trains / IC freezes.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Meeting cadence, intake, escalation path.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2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Plan 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Resource need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Aggressive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Max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+HC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Balanced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Commit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+ buffer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Conservative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Minimal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Option B for the period.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dependency contracts.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Open resource path if gap remains.</a:t>
            </a:r>
          </a:p>
        </p:txBody>
      </p:sp>
      <p:sp>
        <p:nvSpPr>
          <p:cNvPr id="100027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2026-08-05T23:41:47Z</dcterms:created>
  <cp:lastModifiedBy>OfficeCLI</cp:lastModifiedBy>
  <dcterms:modified xsi:type="dcterms:W3CDTF">2026-08-05T23:41:47Z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2026-08-05T23:41:49Z</vt:lpwstr>
  </op:property>
</op:Properties>
</file>
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bbf3f65684f4d1a" /><Relationship Type="http://schemas.openxmlformats.org/package/2006/relationships/metadata/core-properties" Target="/docProps/core.xml" Id="R39fba9900f9948bd" /><Relationship Type="http://schemas.openxmlformats.org/officeDocument/2006/relationships/extended-properties" Target="/docProps/app.xml" Id="R12da891e586e4b82" /><Relationship Type="http://schemas.openxmlformats.org/officeDocument/2006/relationships/custom-properties" Target="/docProps/custom.xml" Id="Rb39ff7caabae4505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d7e5057dff3a4426"/>
  </p:notesMasterIdLst>
  <p:sldIdLst>
    <p:sldId id="256" r:id="R700548a5b9b1483f"/>
    <p:sldId id="257" r:id="R5f383614932c43c0"/>
    <p:sldId id="258" r:id="R6bfa8d5940d841b6"/>
    <p:sldId id="259" r:id="R4cae1cf7e9b142cc"/>
    <p:sldId id="260" r:id="R05e4df03f52c40bc"/>
    <p:sldId id="261" r:id="R69a3bd5e9f0d44bc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700548a5b9b1483f" /><Relationship Type="http://schemas.openxmlformats.org/officeDocument/2006/relationships/notesMaster" Target="/ppt/notesMasters/notesMaster1.xml" Id="Rd7e5057dff3a4426" /><Relationship Type="http://schemas.openxmlformats.org/officeDocument/2006/relationships/slide" Target="/ppt/slides/slide2.xml" Id="R5f383614932c43c0" /><Relationship Type="http://schemas.openxmlformats.org/officeDocument/2006/relationships/slide" Target="/ppt/slides/slide3.xml" Id="R6bfa8d5940d841b6" /><Relationship Type="http://schemas.openxmlformats.org/officeDocument/2006/relationships/slide" Target="/ppt/slides/slide4.xml" Id="R4cae1cf7e9b142cc" /><Relationship Type="http://schemas.openxmlformats.org/officeDocument/2006/relationships/slide" Target="/ppt/slides/slide5.xml" Id="R05e4df03f52c40bc" /><Relationship Type="http://schemas.openxmlformats.org/officeDocument/2006/relationships/slide" Target="/ppt/slides/slide6.xml" Id="R69a3bd5e9f0d44b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1a873e2e2bb841c9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17165e8512b4419" /><Relationship Type="http://schemas.openxmlformats.org/officeDocument/2006/relationships/slide" Target="/ppt/slides/slide1.xml" Id="Rf17240c0627648c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510ddeac31c426b" /><Relationship Type="http://schemas.openxmlformats.org/officeDocument/2006/relationships/slide" Target="/ppt/slides/slide2.xml" Id="Ra47e9f38977947a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d2915fe2b514bda" /><Relationship Type="http://schemas.openxmlformats.org/officeDocument/2006/relationships/slide" Target="/ppt/slides/slide3.xml" Id="R6cf0ad874dcb4a5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130d696b7044cbc" /><Relationship Type="http://schemas.openxmlformats.org/officeDocument/2006/relationships/slide" Target="/ppt/slides/slide4.xml" Id="R7e96fa69613b45d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b162ff6565842d9" /><Relationship Type="http://schemas.openxmlformats.org/officeDocument/2006/relationships/slide" Target="/ppt/slides/slide5.xml" Id="Rdfae1c35048b459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2820d146ba84ad1" /><Relationship Type="http://schemas.openxmlformats.org/officeDocument/2006/relationships/slide" Target="/ppt/slides/slide6.xml" Id="R44ff3582564d401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Period-start planning commit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Shared commitment, not a wish list.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Verifiable definitions of done.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Operating system, not just goals.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Shared commitment, not a wish list.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aab2c203aa4ac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bafd352e09470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f4124e6d334fa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dd9b5ff9bf405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09bd2b994f45e6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a701603087dd494a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3bf9e1f3634517" /><Relationship Type="http://schemas.openxmlformats.org/officeDocument/2006/relationships/notesSlide" Target="/ppt/notesSlides/notesSlide1.xml" Id="R8f0bbc784f8d40a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19d2a18b484e8c" /><Relationship Type="http://schemas.openxmlformats.org/officeDocument/2006/relationships/notesSlide" Target="/ppt/notesSlides/notesSlide2.xml" Id="Re10f73a8ff1a4cf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cc43127ce64497" /><Relationship Type="http://schemas.openxmlformats.org/officeDocument/2006/relationships/notesSlide" Target="/ppt/notesSlides/notesSlide3.xml" Id="R3fe098d96a084e2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6c65de5f8f4098" /><Relationship Type="http://schemas.openxmlformats.org/officeDocument/2006/relationships/notesSlide" Target="/ppt/notesSlides/notesSlide4.xml" Id="Rfbe7fa56df864f5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548723171141ca" /><Relationship Type="http://schemas.openxmlformats.org/officeDocument/2006/relationships/notesSlide" Target="/ppt/notesSlides/notesSlide5.xml" Id="Rc2642f20677347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272fbca96c4d5b" /><Relationship Type="http://schemas.openxmlformats.org/officeDocument/2006/relationships/notesSlide" Target="/ppt/notesSlides/notesSlide6.xml" Id="Rb0db7b9515ca4ca1" /></Relationships>
</file>

<file path=ppt/slides/slide1.xml><?xml version="1.0" encoding="utf-8"?>
<p:sld xmlns:p="http://schemas.openxmlformats.org/presentationml/2006/main">
  <p:cSld name="Period-start planning commit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08  ·  PERIOD START / KICKOFF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Period-start planning commit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Commit vs stretch vs out — shared endorsement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period commit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period commit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Period goal: [1–3 outcomes]  ·  Ask: Endorse plan Option B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Commit level clarity: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COMMIT — must hit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STRETCH — conditional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OUT — explicit not doing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Resource assumptions and gaps flagged.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Outcomes &amp; success metric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Outcomes &amp; success metrics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 1 — metric — owner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 2 —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 3 — …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Milestones &amp; working agreemen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Milestones &amp; working agreements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Gates / launch trains / IC freezes.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Meeting cadence, intake, escalation path.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17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Plan 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Resource need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 Aggressive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Max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Needs +HC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B Balanced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Commit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Current + buffer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 Conservative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Minimal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18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Endorse Option B for the period.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Confirm dependency contracts.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Open resource path if gap remains.</a:t>
            </a:r>
          </a:p>
        </p:txBody>
      </p:sp>
      <p:sp>
        <p:nvSpPr>
          <p:cNvPr id="10002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2026-08-05T23:17:17Z</dcterms:created>
  <cp:lastModifiedBy>OfficeCLI</cp:lastModifiedBy>
  <dcterms:modified xsi:type="dcterms:W3CDTF">2026-08-05T23:17:17Z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2026-08-05T23:17:19Z</vt:lpwstr>
  </op:property>
</op:Properties>
</file>
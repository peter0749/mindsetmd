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53f72744ee6410c" /><Relationship Type="http://schemas.openxmlformats.org/package/2006/relationships/metadata/core-properties" Target="/docProps/core.xml" Id="R1f8a0ebce33d476d" /><Relationship Type="http://schemas.openxmlformats.org/officeDocument/2006/relationships/extended-properties" Target="/docProps/app.xml" Id="R3fe5dce9e6244d11" /><Relationship Type="http://schemas.openxmlformats.org/officeDocument/2006/relationships/custom-properties" Target="/docProps/custom.xml" Id="R88a67d7a09164867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de6def3b69344a22"/>
  </p:notesMasterIdLst>
  <p:sldIdLst>
    <p:sldId id="256" r:id="R1d37716b2b6a4e7c"/>
    <p:sldId id="257" r:id="R94ee387758934c99"/>
    <p:sldId id="258" r:id="Rda16468cc3d34b8e"/>
    <p:sldId id="259" r:id="R50bd07de6b0f459a"/>
    <p:sldId id="260" r:id="Ra7fde7e5712142ac"/>
    <p:sldId id="261" r:id="R1c48d96a4310473d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1d37716b2b6a4e7c" /><Relationship Type="http://schemas.openxmlformats.org/officeDocument/2006/relationships/notesMaster" Target="/ppt/notesMasters/notesMaster1.xml" Id="Rde6def3b69344a22" /><Relationship Type="http://schemas.openxmlformats.org/officeDocument/2006/relationships/slide" Target="/ppt/slides/slide2.xml" Id="R94ee387758934c99" /><Relationship Type="http://schemas.openxmlformats.org/officeDocument/2006/relationships/slide" Target="/ppt/slides/slide3.xml" Id="Rda16468cc3d34b8e" /><Relationship Type="http://schemas.openxmlformats.org/officeDocument/2006/relationships/slide" Target="/ppt/slides/slide4.xml" Id="R50bd07de6b0f459a" /><Relationship Type="http://schemas.openxmlformats.org/officeDocument/2006/relationships/slide" Target="/ppt/slides/slide5.xml" Id="Ra7fde7e5712142ac" /><Relationship Type="http://schemas.openxmlformats.org/officeDocument/2006/relationships/slide" Target="/ppt/slides/slide6.xml" Id="R1c48d96a431047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249ea66d54c4d6d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abdf237612546f4" /><Relationship Type="http://schemas.openxmlformats.org/officeDocument/2006/relationships/slide" Target="/ppt/slides/slide1.xml" Id="R23a33280c3f247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c91a200c04e432d" /><Relationship Type="http://schemas.openxmlformats.org/officeDocument/2006/relationships/slide" Target="/ppt/slides/slide2.xml" Id="Re36b035e807e4c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f40f1516db44049" /><Relationship Type="http://schemas.openxmlformats.org/officeDocument/2006/relationships/slide" Target="/ppt/slides/slide3.xml" Id="Rf1e14eb66de842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d533403f14e4c60" /><Relationship Type="http://schemas.openxmlformats.org/officeDocument/2006/relationships/slide" Target="/ppt/slides/slide4.xml" Id="R3798a261afa745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af06355266a40e7" /><Relationship Type="http://schemas.openxmlformats.org/officeDocument/2006/relationships/slide" Target="/ppt/slides/slide5.xml" Id="Rf719a94fac5442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7bd4bcc1c574f77" /><Relationship Type="http://schemas.openxmlformats.org/officeDocument/2006/relationships/slide" Target="/ppt/slides/slide6.xml" Id="Rc3827beb976942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Cover (template). Period-start planning commit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Shared commitment, not a wish list.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Verifiable definitions of done.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Operating system, not just goals.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Walk trade-offs; land recommendation.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Shared commitment, not a wish list.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5273b41324499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e558b9bef8419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df7b92a8c34b6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58ac0d2f3a435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58c5bbf40445c8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a5fa8d72d9f9427d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8138df80da4185" /><Relationship Type="http://schemas.openxmlformats.org/officeDocument/2006/relationships/notesSlide" Target="/ppt/notesSlides/notesSlide1.xml" Id="R6b415feeb01942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e27ab99c94994" /><Relationship Type="http://schemas.openxmlformats.org/officeDocument/2006/relationships/notesSlide" Target="/ppt/notesSlides/notesSlide2.xml" Id="R0c690794517d43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2c83619424c01" /><Relationship Type="http://schemas.openxmlformats.org/officeDocument/2006/relationships/notesSlide" Target="/ppt/notesSlides/notesSlide3.xml" Id="Rcc0c3a93ee924c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72f1bb90d4a2d" /><Relationship Type="http://schemas.openxmlformats.org/officeDocument/2006/relationships/notesSlide" Target="/ppt/notesSlides/notesSlide4.xml" Id="Ra83a641200bd48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cbf90c4394f00" /><Relationship Type="http://schemas.openxmlformats.org/officeDocument/2006/relationships/notesSlide" Target="/ppt/notesSlides/notesSlide5.xml" Id="Rd5684fe4377d4b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fe13b785a44f6" /><Relationship Type="http://schemas.openxmlformats.org/officeDocument/2006/relationships/notesSlide" Target="/ppt/notesSlides/notesSlide6.xml" Id="Re6ce03d89cf5426f" /></Relationships>
</file>

<file path=ppt/slides/slide1.xml><?xml version="1.0" encoding="utf-8"?>
<p:sld xmlns:p="http://schemas.openxmlformats.org/presentationml/2006/main">
  <p:cSld name="Period-start planning commit"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504000" y="1008000"/>
            <a:ext cx="11088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CADCFC"/>
                </a:solidFill>
                <a:latin typeface="Calibri"/>
                <a:ea typeface="Calibri"/>
              </a:rPr>
              <a:t>SCENARIO 08  ·  PERIOD START / KICKOFF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504000" y="1440000"/>
            <a:ext cx="11088000" cy="93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FFFFFF"/>
                </a:solidFill>
                <a:latin typeface="Calibri"/>
                <a:ea typeface="Calibri"/>
              </a:rPr>
              <a:t>Period-start planning commit</a:t>
            </a:r>
          </a:p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504000" y="2520000"/>
            <a:ext cx="11088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CADCFC"/>
                </a:solidFill>
                <a:latin typeface="Calibri"/>
                <a:ea typeface="Calibri"/>
              </a:rPr>
              <a:t>Commit vs stretch vs out — shared endorsement</a:t>
            </a:r>
          </a:p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504000" y="5976000"/>
            <a:ext cx="11088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A0AEC0"/>
                </a:solidFill>
                <a:latin typeface="Calibri"/>
                <a:ea typeface="Calibri"/>
              </a:rPr>
              <a:t>TEMPLATE  ·  Team X  ·  Program Alpha  ·  Qn YYYY  ·  TEMPLATE — replace placeholders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 name="BLUF — period commit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04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BOTTOM LINE UP FRONT</a:t>
            </a:r>
          </a:p>
        </p:txBody>
      </p:sp>
      <p:sp>
        <p:nvSpPr>
          <p:cNvPr id="100005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BLUF — period commit</a:t>
            </a:r>
          </a:p>
        </p:txBody>
      </p:sp>
      <p:sp>
        <p:nvSpPr>
          <p:cNvPr id="100006" name="TextBox 3"/>
          <p:cNvSpPr txBox="1"/>
          <p:nvPr/>
        </p:nvSpPr>
        <p:spPr>
          <a:xfrm xmlns:a="http://schemas.openxmlformats.org/drawingml/2006/main">
            <a:off x="504000" y="1260000"/>
            <a:ext cx="11088000" cy="63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Period goal: [1–3 outcomes]  ·  Ask: Endorse plan Option B</a:t>
            </a:r>
          </a:p>
        </p:txBody>
      </p:sp>
      <p:sp>
        <p:nvSpPr>
          <p:cNvPr id="100007" name="TextBox 4"/>
          <p:cNvSpPr txBox="1"/>
          <p:nvPr/>
        </p:nvSpPr>
        <p:spPr>
          <a:xfrm xmlns:a="http://schemas.openxmlformats.org/drawingml/2006/main">
            <a:off x="504000" y="1980000"/>
            <a:ext cx="11088000" cy="42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Commit level clarity: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• COMMIT — must hit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• STRETCH — conditional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• OUT — explicit not doing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Resource assumptions and gaps flagged.</a:t>
            </a:r>
          </a:p>
        </p:txBody>
      </p:sp>
      <p:sp>
        <p:nvSpPr>
          <p:cNvPr id="100008" name="TextBox 5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 name="Outcomes &amp; success metrics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09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Outcomes &amp; success metrics</a:t>
            </a:r>
          </a:p>
        </p:txBody>
      </p:sp>
      <p:sp>
        <p:nvSpPr>
          <p:cNvPr id="100010" name="TextBox 2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Outcome 1 — metric — owner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Outcome 2 — …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Outcome 3 — …</a:t>
            </a:r>
          </a:p>
        </p:txBody>
      </p:sp>
      <p:sp>
        <p:nvSpPr>
          <p:cNvPr id="100011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 name="Milestones &amp; working agreements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12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Milestones &amp; working agreements</a:t>
            </a:r>
          </a:p>
        </p:txBody>
      </p:sp>
      <p:sp>
        <p:nvSpPr>
          <p:cNvPr id="100013" name="TextBox 2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Gates / launch trains / IC freezes.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Meeting cadence, intake, escalation path.</a:t>
            </a:r>
          </a:p>
        </p:txBody>
      </p:sp>
      <p:sp>
        <p:nvSpPr>
          <p:cNvPr id="100014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 name="Options &amp; recommendation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15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Options &amp; recommendation</a:t>
            </a:r>
          </a:p>
        </p:txBody>
      </p:sp>
      <p:sp>
        <p:nvSpPr>
          <p:cNvPr id="100016" name="TextBox 2"/>
          <p:cNvSpPr txBox="1"/>
          <p:nvPr/>
        </p:nvSpPr>
        <p:spPr>
          <a:xfrm xmlns:a="http://schemas.openxmlformats.org/drawingml/2006/main">
            <a:off x="504000" y="1224000"/>
            <a:ext cx="11088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718096"/>
                </a:solidFill>
                <a:latin typeface="Calibri"/>
                <a:ea typeface="Calibri"/>
              </a:rPr>
              <a:t>Compare paths; recommendation is marked REC. Decision owner picks by the date on the Ask slide.</a:t>
            </a:r>
          </a:p>
        </p:txBody>
      </p:sp>
      <p:graphicFrame>
        <p:nvGraphicFramePr>
          <p:cNvPr id="100017" name="Table 1"/>
          <p:cNvGraphicFramePr/>
          <p:nvPr/>
        </p:nvGraphicFramePr>
        <p:xfrm>
          <a:off xmlns:a="http://schemas.openxmlformats.org/drawingml/2006/main" x="504000" y="1692000"/>
          <a:ext xmlns:a="http://schemas.openxmlformats.org/drawingml/2006/main" cx="11088000" cy="414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72000"/>
                <a:gridCol w="2772000"/>
                <a:gridCol w="2772000"/>
                <a:gridCol w="2772000"/>
              </a:tblGrid>
              <a:tr h="1035000"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Plan option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Scope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Risk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Resource need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1035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A Aggressive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Max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Needs +HC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5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B Balanced (REC)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Commit 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Current + buffer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5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C Conservative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Minimal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Current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0018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 name="Decision &amp; ask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19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WHAT WE NEED FROM THIS ROOM</a:t>
            </a:r>
          </a:p>
        </p:txBody>
      </p:sp>
      <p:sp>
        <p:nvSpPr>
          <p:cNvPr id="100020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Decision &amp; ask</a:t>
            </a:r>
          </a:p>
        </p:txBody>
      </p:sp>
      <p:sp>
        <p:nvSpPr>
          <p:cNvPr id="100021" name="TextBox 3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Endorse Option B for the period.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Confirm dependency contracts.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Open resource path if gap remains.</a:t>
            </a:r>
          </a:p>
        </p:txBody>
      </p:sp>
      <p:sp>
        <p:nvSpPr>
          <p:cNvPr id="100022" name="TextBox 4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2026-08-05T23:31:09Z</dcterms:created>
  <cp:lastModifiedBy>OfficeCLI</cp:lastModifiedBy>
  <dcterms:modified xsi:type="dcterms:W3CDTF">2026-08-05T23:31:09Z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2026-08-05T23:31:11Z</vt:lpwstr>
  </op:property>
</op:Properties>
</file>
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3ba1f15ed9a4f62" /><Relationship Type="http://schemas.openxmlformats.org/package/2006/relationships/metadata/core-properties" Target="/docProps/core.xml" Id="Rd3bc7898d45b493e" /><Relationship Type="http://schemas.openxmlformats.org/officeDocument/2006/relationships/extended-properties" Target="/docProps/app.xml" Id="R72c6250882084e77" /><Relationship Type="http://schemas.openxmlformats.org/officeDocument/2006/relationships/custom-properties" Target="/docProps/custom.xml" Id="R0c8438d3e9554ad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990483ebb2341b3"/>
  </p:notesMasterIdLst>
  <p:sldIdLst>
    <p:sldId id="256" r:id="Rf8c1c3a7771b487c"/>
    <p:sldId id="257" r:id="Rfc8041724a8d454a"/>
    <p:sldId id="258" r:id="Rd2b01dbec70c4b0e"/>
    <p:sldId id="259" r:id="Re893b312af08442b"/>
    <p:sldId id="260" r:id="R8c6651ae27514745"/>
    <p:sldId id="261" r:id="Rc361f142ad774987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f8c1c3a7771b487c" /><Relationship Type="http://schemas.openxmlformats.org/officeDocument/2006/relationships/notesMaster" Target="/ppt/notesMasters/notesMaster1.xml" Id="R0990483ebb2341b3" /><Relationship Type="http://schemas.openxmlformats.org/officeDocument/2006/relationships/slide" Target="/ppt/slides/slide2.xml" Id="Rfc8041724a8d454a" /><Relationship Type="http://schemas.openxmlformats.org/officeDocument/2006/relationships/slide" Target="/ppt/slides/slide3.xml" Id="Rd2b01dbec70c4b0e" /><Relationship Type="http://schemas.openxmlformats.org/officeDocument/2006/relationships/slide" Target="/ppt/slides/slide4.xml" Id="Re893b312af08442b" /><Relationship Type="http://schemas.openxmlformats.org/officeDocument/2006/relationships/slide" Target="/ppt/slides/slide5.xml" Id="R8c6651ae27514745" /><Relationship Type="http://schemas.openxmlformats.org/officeDocument/2006/relationships/slide" Target="/ppt/slides/slide6.xml" Id="Rc361f142ad7749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7fa4f3f3161462d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af1d6ff52214f5e" /><Relationship Type="http://schemas.openxmlformats.org/officeDocument/2006/relationships/slide" Target="/ppt/slides/slide1.xml" Id="Rf4de9dfefa5445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90f5fa5ee344829" /><Relationship Type="http://schemas.openxmlformats.org/officeDocument/2006/relationships/slide" Target="/ppt/slides/slide2.xml" Id="R9c631528490b46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9cf82ec14184626" /><Relationship Type="http://schemas.openxmlformats.org/officeDocument/2006/relationships/slide" Target="/ppt/slides/slide3.xml" Id="Rf0f6ffcfd6724aa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9eb450ad6b343ab" /><Relationship Type="http://schemas.openxmlformats.org/officeDocument/2006/relationships/slide" Target="/ppt/slides/slide4.xml" Id="R6a08819723ea41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1614e744ccd647c6" /><Relationship Type="http://schemas.openxmlformats.org/officeDocument/2006/relationships/slide" Target="/ppt/slides/slide5.xml" Id="R02b40df1f12046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ace7ed3077a4169" /><Relationship Type="http://schemas.openxmlformats.org/officeDocument/2006/relationships/slide" Target="/ppt/slides/slide6.xml" Id="Re8c9b6b8e5d944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(template). Procurement proposal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Never set decide-by equal to need-by.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Must list drives fair comparison.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Adoption is part of the ask.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Never set decide-by equal to need-by.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2f2a35085a472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939de65ab1464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36734f595e49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83e4a956364ff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5a3c8021ed443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87cce2d04c44483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2c88f81874142" /><Relationship Type="http://schemas.openxmlformats.org/officeDocument/2006/relationships/notesSlide" Target="/ppt/notesSlides/notesSlide1.xml" Id="R49a3d7e28a8a4d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bdd13ebcf4f70" /><Relationship Type="http://schemas.openxmlformats.org/officeDocument/2006/relationships/notesSlide" Target="/ppt/notesSlides/notesSlide2.xml" Id="R8c9f5ffff3c3429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2d44b67bf4c5d" /><Relationship Type="http://schemas.openxmlformats.org/officeDocument/2006/relationships/notesSlide" Target="/ppt/notesSlides/notesSlide3.xml" Id="R220bc9d8f6424c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4f2e8295a4f49" /><Relationship Type="http://schemas.openxmlformats.org/officeDocument/2006/relationships/notesSlide" Target="/ppt/notesSlides/notesSlide4.xml" Id="Rd799641fd20247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39be919064fbc" /><Relationship Type="http://schemas.openxmlformats.org/officeDocument/2006/relationships/notesSlide" Target="/ppt/notesSlides/notesSlide5.xml" Id="R22c050bec7f943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d5a007ba5455f" /><Relationship Type="http://schemas.openxmlformats.org/officeDocument/2006/relationships/notesSlide" Target="/ppt/notesSlides/notesSlide6.xml" Id="Rade3c56b77f74cb9" /></Relationships>
</file>

<file path=ppt/slides/slide1.xml><?xml version="1.0" encoding="utf-8"?>
<p:sld xmlns:p="http://schemas.openxmlformats.org/presentationml/2006/main">
  <p:cSld name="Procurement proposal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1008000"/>
            <a:ext cx="11088000" cy="3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05  ·  PROCUREMENT / VENDOR / LICENSE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440000"/>
            <a:ext cx="11088000" cy="93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FFFFFF"/>
                </a:solidFill>
                <a:latin typeface="Calibri"/>
                <a:ea typeface="Calibri"/>
              </a:rPr>
              <a:t>Procurement proposal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520000"/>
            <a:ext cx="11088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CADCFC"/>
                </a:solidFill>
                <a:latin typeface="Calibri"/>
                <a:ea typeface="Calibri"/>
              </a:rPr>
              <a:t>Buy / renew / switch — TCO, lead time, if-no impact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TEMPLATE  ·  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purchase decis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purchase decision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Recommend: Vendor A  ·  Term: 3yr  ·  Decide by: [date] (lead time!)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Buy: [tool/IP/cloud/service] for [use case].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Why now: license expiry / project gate / capacity.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no: [schedule or compliance impact].</a:t>
            </a:r>
          </a:p>
        </p:txBody>
      </p:sp>
      <p:sp>
        <p:nvSpPr>
          <p:cNvPr id="100008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Requirements (must / should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Requirements (must / should)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Must: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Should: …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Security / compliance / local support / export control if relevant.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Implementation pla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2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Implementation plan</a:t>
            </a:r>
          </a:p>
        </p:txBody>
      </p:sp>
      <p:sp>
        <p:nvSpPr>
          <p:cNvPr id="100013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POC → pilot → full seats.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Owner, training, success criteria, rollback.</a:t>
            </a:r>
          </a:p>
        </p:txBody>
      </p:sp>
      <p:sp>
        <p:nvSpPr>
          <p:cNvPr id="100014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5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16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17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TCO sketch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Time-to-value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Fit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Vendor A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Vendor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$…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Status quo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18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2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21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Approve Option A and start procurement path.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Sign-off chain: eng manager → finance → procurement.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date must include vendor lead time.</a:t>
            </a:r>
          </a:p>
        </p:txBody>
      </p:sp>
      <p:sp>
        <p:nvSpPr>
          <p:cNvPr id="10002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2026-08-05T23:30:53Z</dcterms:created>
  <cp:lastModifiedBy>OfficeCLI</cp:lastModifiedBy>
  <dcterms:modified xsi:type="dcterms:W3CDTF">2026-08-05T23:30:53Z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2026-08-05T23:30:55Z</vt:lpwstr>
  </op:property>
</op:Properties>
</file>
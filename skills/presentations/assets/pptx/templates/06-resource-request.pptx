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b77f50ce293405c" /><Relationship Type="http://schemas.openxmlformats.org/package/2006/relationships/metadata/core-properties" Target="/docProps/core.xml" Id="Ra8148509c8a44968" /><Relationship Type="http://schemas.openxmlformats.org/officeDocument/2006/relationships/extended-properties" Target="/docProps/app.xml" Id="Ra6eafe2a742f4eaa" /><Relationship Type="http://schemas.openxmlformats.org/officeDocument/2006/relationships/custom-properties" Target="/docProps/custom.xml" Id="R461cc71edad646d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3b8b6b3f914439b"/>
  </p:notesMasterIdLst>
  <p:sldIdLst>
    <p:sldId id="256" r:id="R8f14e5f789b74413"/>
    <p:sldId id="257" r:id="R743959a693884d18"/>
    <p:sldId id="258" r:id="R7f372d924aeb48ea"/>
    <p:sldId id="259" r:id="R752c813578244480"/>
    <p:sldId id="260" r:id="Rb471bff0dac74c66"/>
    <p:sldId id="261" r:id="R30f7222670e14aa4"/>
    <p:sldId id="262" r:id="Rf97f20a693e84c1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f14e5f789b74413" /><Relationship Type="http://schemas.openxmlformats.org/officeDocument/2006/relationships/notesMaster" Target="/ppt/notesMasters/notesMaster1.xml" Id="Rf3b8b6b3f914439b" /><Relationship Type="http://schemas.openxmlformats.org/officeDocument/2006/relationships/slide" Target="/ppt/slides/slide2.xml" Id="R743959a693884d18" /><Relationship Type="http://schemas.openxmlformats.org/officeDocument/2006/relationships/slide" Target="/ppt/slides/slide3.xml" Id="R7f372d924aeb48ea" /><Relationship Type="http://schemas.openxmlformats.org/officeDocument/2006/relationships/slide" Target="/ppt/slides/slide4.xml" Id="R752c813578244480" /><Relationship Type="http://schemas.openxmlformats.org/officeDocument/2006/relationships/slide" Target="/ppt/slides/slide5.xml" Id="Rb471bff0dac74c66" /><Relationship Type="http://schemas.openxmlformats.org/officeDocument/2006/relationships/slide" Target="/ppt/slides/slide6.xml" Id="R30f7222670e14aa4" /><Relationship Type="http://schemas.openxmlformats.org/officeDocument/2006/relationships/slide" Target="/ppt/slides/slide7.xml" Id="Rf97f20a693e84c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ea0efd9150446d4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e89006b07e642b0" /><Relationship Type="http://schemas.openxmlformats.org/officeDocument/2006/relationships/slide" Target="/ppt/slides/slide1.xml" Id="R3ecd31c1089446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d4239c08a4e473d" /><Relationship Type="http://schemas.openxmlformats.org/officeDocument/2006/relationships/slide" Target="/ppt/slides/slide2.xml" Id="Ra1243439c0fb46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46d5ae5f6643ae" /><Relationship Type="http://schemas.openxmlformats.org/officeDocument/2006/relationships/slide" Target="/ppt/slides/slide3.xml" Id="Rc7cb897a01a24c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b5cc56e75014a17" /><Relationship Type="http://schemas.openxmlformats.org/officeDocument/2006/relationships/slide" Target="/ppt/slides/slide4.xml" Id="R80695011d24a43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a91dde45b14024" /><Relationship Type="http://schemas.openxmlformats.org/officeDocument/2006/relationships/slide" Target="/ppt/slides/slide5.xml" Id="R5f669805c35e4a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9d2739ad4394014" /><Relationship Type="http://schemas.openxmlformats.org/officeDocument/2006/relationships/slide" Target="/ppt/slides/slide6.xml" Id="R5d8f3a5c9f024d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801ab259854c66" /><Relationship Type="http://schemas.openxmlformats.org/officeDocument/2006/relationships/slide" Target="/ppt/slides/slide7.xml" Id="Re916dc922e6e4f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Resource request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Trade-off decision, not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Backwards from roadmap.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Make leadership choose trade-offs.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Trade-off decision, not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7f11f68ac44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5372b2d44249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09f3f9508c4cd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6930bfb3b4c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f0002848b48b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5c9e769b6be42dd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bd94e91f74e38" /><Relationship Type="http://schemas.openxmlformats.org/officeDocument/2006/relationships/notesSlide" Target="/ppt/notesSlides/notesSlide1.xml" Id="Rfdd7bb39ca904b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31dd82ef14923" /><Relationship Type="http://schemas.openxmlformats.org/officeDocument/2006/relationships/notesSlide" Target="/ppt/notesSlides/notesSlide2.xml" Id="Re10557acfabf4e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6b3e321b34773" /><Relationship Type="http://schemas.openxmlformats.org/officeDocument/2006/relationships/notesSlide" Target="/ppt/notesSlides/notesSlide3.xml" Id="R03cffe2f35cb48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b29f5d3894734" /><Relationship Type="http://schemas.openxmlformats.org/officeDocument/2006/relationships/notesSlide" Target="/ppt/notesSlides/notesSlide4.xml" Id="R74f7b1f247e34f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8b3640e1342a7" /><Relationship Type="http://schemas.openxmlformats.org/officeDocument/2006/relationships/notesSlide" Target="/ppt/notesSlides/notesSlide5.xml" Id="R29c6110b9e1b49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2d07b1fc6426f" /><Relationship Type="http://schemas.openxmlformats.org/officeDocument/2006/relationships/notesSlide" Target="/ppt/notesSlides/notesSlide6.xml" Id="R7ad44809a60246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c7c869e344969" /><Relationship Type="http://schemas.openxmlformats.org/officeDocument/2006/relationships/notesSlide" Target="/ppt/notesSlides/notesSlide7.xml" Id="Ra6c8cc7a00cf4fb9" /></Relationships>
</file>

<file path=ppt/slides/slide1.xml><?xml version="1.0" encoding="utf-8"?>
<p:sld xmlns:p="http://schemas.openxmlformats.org/presentationml/2006/main">
  <p:cSld name="Resource reques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HEADCOUNT / BUDGET / AIR COVER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Resource request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Outcome-linked capacity — context B staffing math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Roadmap-backed headcount / resource business case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Roadmap-backed headcount / resource business case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Headcount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TPM influence without authority (when no budget ownership)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https://www.mariogerard.com/how-to-influence-without-authority-as-a-tpm/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resource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resource ask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+N [role]  ·  If no: [commit X slips]  ·  Decide by: [date]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[milestone / OKR].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Role closes capability gap: [what nobody can do today].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Capacity math: headcount context B — include unplanned 20–30% in demand.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(Quarter plan still uses context A once staffed.)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Roadmap items blocked without capacity: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 assumption: 3–6 months to productive.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Slip / descope table: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Project P → next half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Goal G at risk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approve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All named outcomes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 HC /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 schedule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Subset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Miss original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Full / Partial / Descope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 needed in steering: restate priority of [initiative].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2026-08-05T23:41:37Z</dcterms:created>
  <cp:lastModifiedBy>OfficeCLI</cp:lastModifiedBy>
  <dcterms:modified xsi:type="dcterms:W3CDTF">2026-08-05T23:41:37Z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2026-08-05T23:41:38Z</vt:lpwstr>
  </op:property>
</op:Properties>
</file>
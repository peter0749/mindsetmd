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992bfbce5294d50" /><Relationship Type="http://schemas.openxmlformats.org/package/2006/relationships/metadata/core-properties" Target="/docProps/core.xml" Id="Rf2f747d3874e41a3" /><Relationship Type="http://schemas.openxmlformats.org/officeDocument/2006/relationships/extended-properties" Target="/docProps/app.xml" Id="R72c1738d10494d8a" /><Relationship Type="http://schemas.openxmlformats.org/officeDocument/2006/relationships/custom-properties" Target="/docProps/custom.xml" Id="R6c8cec2f68f3433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f2419651a7934c70"/>
  </p:notesMasterIdLst>
  <p:sldIdLst>
    <p:sldId id="256" r:id="R8c490f7e65c943fd"/>
    <p:sldId id="257" r:id="R638d8669b35c4061"/>
    <p:sldId id="258" r:id="Rfe0dc50f421b4b6d"/>
    <p:sldId id="259" r:id="R4f08cbbaa7de47ed"/>
    <p:sldId id="260" r:id="R80d6b9edacc14021"/>
    <p:sldId id="261" r:id="R224f5817ca7344c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8c490f7e65c943fd" /><Relationship Type="http://schemas.openxmlformats.org/officeDocument/2006/relationships/notesMaster" Target="/ppt/notesMasters/notesMaster1.xml" Id="Rf2419651a7934c70" /><Relationship Type="http://schemas.openxmlformats.org/officeDocument/2006/relationships/slide" Target="/ppt/slides/slide2.xml" Id="R638d8669b35c4061" /><Relationship Type="http://schemas.openxmlformats.org/officeDocument/2006/relationships/slide" Target="/ppt/slides/slide3.xml" Id="Rfe0dc50f421b4b6d" /><Relationship Type="http://schemas.openxmlformats.org/officeDocument/2006/relationships/slide" Target="/ppt/slides/slide4.xml" Id="R4f08cbbaa7de47ed" /><Relationship Type="http://schemas.openxmlformats.org/officeDocument/2006/relationships/slide" Target="/ppt/slides/slide5.xml" Id="R80d6b9edacc14021" /><Relationship Type="http://schemas.openxmlformats.org/officeDocument/2006/relationships/slide" Target="/ppt/slides/slide6.xml" Id="R224f5817ca7344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af4e8d275ac40eb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362000fbd074712" /><Relationship Type="http://schemas.openxmlformats.org/officeDocument/2006/relationships/slide" Target="/ppt/slides/slide1.xml" Id="Ra9131f93452749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280d46f96d64222" /><Relationship Type="http://schemas.openxmlformats.org/officeDocument/2006/relationships/slide" Target="/ppt/slides/slide2.xml" Id="R90353b9bb05f4f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0693276c7ec4824" /><Relationship Type="http://schemas.openxmlformats.org/officeDocument/2006/relationships/slide" Target="/ppt/slides/slide3.xml" Id="R97ffbba6a8344b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2c726808f9045c8" /><Relationship Type="http://schemas.openxmlformats.org/officeDocument/2006/relationships/slide" Target="/ppt/slides/slide4.xml" Id="Rd689e7446a6247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9bfff6df66a4740" /><Relationship Type="http://schemas.openxmlformats.org/officeDocument/2006/relationships/slide" Target="/ppt/slides/slide5.xml" Id="R700210a7ab6446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ae93e75d334469c" /><Relationship Type="http://schemas.openxmlformats.org/officeDocument/2006/relationships/slide" Target="/ppt/slides/slide6.xml" Id="Ra890987cace247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Resource request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Trade-off decision, not comfort request.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Backwards from roadmap.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Make leadership choose trade-offs.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Trade-off decision, not comfort request.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8b0ca753164bd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0e69ba217141c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15fc7a2bcb42d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8bc03e06064e4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ccf62f158b4ee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d26e7ffd6f64b76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9f98d533f439d" /><Relationship Type="http://schemas.openxmlformats.org/officeDocument/2006/relationships/notesSlide" Target="/ppt/notesSlides/notesSlide1.xml" Id="R5d9c38de307e4c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63325e73b40d2" /><Relationship Type="http://schemas.openxmlformats.org/officeDocument/2006/relationships/notesSlide" Target="/ppt/notesSlides/notesSlide2.xml" Id="R9ef14ffd07a64c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1033b911d47e6" /><Relationship Type="http://schemas.openxmlformats.org/officeDocument/2006/relationships/notesSlide" Target="/ppt/notesSlides/notesSlide3.xml" Id="Rbeab5191f59543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ae06fa54eb4f31" /><Relationship Type="http://schemas.openxmlformats.org/officeDocument/2006/relationships/notesSlide" Target="/ppt/notesSlides/notesSlide4.xml" Id="R5a698e6f85b34a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fff96978e4bfb" /><Relationship Type="http://schemas.openxmlformats.org/officeDocument/2006/relationships/notesSlide" Target="/ppt/notesSlides/notesSlide5.xml" Id="R6ca8819bcc744e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067af876d433a" /><Relationship Type="http://schemas.openxmlformats.org/officeDocument/2006/relationships/notesSlide" Target="/ppt/notesSlides/notesSlide6.xml" Id="R70446254de854407" /></Relationships>
</file>

<file path=ppt/slides/slide1.xml><?xml version="1.0" encoding="utf-8"?>
<p:sld xmlns:p="http://schemas.openxmlformats.org/presentationml/2006/main">
  <p:cSld name="Resource reques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06  ·  HEADCOUNT / BUDGET / AIR COVER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Resource request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Outcome-linked capacity — context B staffing math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resource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resource ask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Ask: +N [role]  ·  If no: [commit X slips]  ·  Decide by: [date]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unlocked: [milestone / OKR].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Role closes capability gap: [what nobody can do today].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Capacity math: headcount context B — include unplanned 20–30% in demand.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(Quarter plan still uses context A once staffed.)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Linked roadmap outcome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Linked roadmap outcomes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Roadmap items blocked without capacity: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lag assumption: 3–6 months to productive.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f declined (explici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If declined (explicit)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Slip / descope table: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Project P → next half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Goal G at risk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17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approve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All named outcomes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 HC /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Lowest schedule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Subset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hire + descope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Cut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Miss original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18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Full / Partial / Descope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req by: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 needed in steering: restate priority of [initiative].</a:t>
            </a:r>
          </a:p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2026-08-05T23:30:59Z</dcterms:created>
  <cp:lastModifiedBy>OfficeCLI</cp:lastModifiedBy>
  <dcterms:modified xsi:type="dcterms:W3CDTF">2026-08-05T23:30:59Z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2026-08-05T23:31:00Z</vt:lpwstr>
  </op:property>
</op:Properties>
</file>
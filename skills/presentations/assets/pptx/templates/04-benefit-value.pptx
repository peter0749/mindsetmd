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b41d8021be45bd" /><Relationship Type="http://schemas.openxmlformats.org/package/2006/relationships/metadata/core-properties" Target="/docProps/core.xml" Id="R7149cf46dfcf45ce" /><Relationship Type="http://schemas.openxmlformats.org/officeDocument/2006/relationships/extended-properties" Target="/docProps/app.xml" Id="R2490f2a587d34248" /><Relationship Type="http://schemas.openxmlformats.org/officeDocument/2006/relationships/custom-properties" Target="/docProps/custom.xml" Id="R934340d5d1c44f9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091fa8c4c6d4d47"/>
  </p:notesMasterIdLst>
  <p:sldIdLst>
    <p:sldId id="256" r:id="R69672c358e0949db"/>
    <p:sldId id="257" r:id="R97baa36aadee437a"/>
    <p:sldId id="258" r:id="R74747661d4224e87"/>
    <p:sldId id="259" r:id="R0303a0e08c804616"/>
    <p:sldId id="260" r:id="Ra66526e19cab4c01"/>
    <p:sldId id="261" r:id="Rdf99931818434d35"/>
    <p:sldId id="262" r:id="R097b2afa5feb48be"/>
    <p:sldId id="263" r:id="Rda4a209cde9c42f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9672c358e0949db" /><Relationship Type="http://schemas.openxmlformats.org/officeDocument/2006/relationships/notesMaster" Target="/ppt/notesMasters/notesMaster1.xml" Id="R8091fa8c4c6d4d47" /><Relationship Type="http://schemas.openxmlformats.org/officeDocument/2006/relationships/slide" Target="/ppt/slides/slide2.xml" Id="R97baa36aadee437a" /><Relationship Type="http://schemas.openxmlformats.org/officeDocument/2006/relationships/slide" Target="/ppt/slides/slide3.xml" Id="R74747661d4224e87" /><Relationship Type="http://schemas.openxmlformats.org/officeDocument/2006/relationships/slide" Target="/ppt/slides/slide4.xml" Id="R0303a0e08c804616" /><Relationship Type="http://schemas.openxmlformats.org/officeDocument/2006/relationships/slide" Target="/ppt/slides/slide5.xml" Id="Ra66526e19cab4c01" /><Relationship Type="http://schemas.openxmlformats.org/officeDocument/2006/relationships/slide" Target="/ppt/slides/slide6.xml" Id="Rdf99931818434d35" /><Relationship Type="http://schemas.openxmlformats.org/officeDocument/2006/relationships/slide" Target="/ppt/slides/slide7.xml" Id="R097b2afa5feb48be" /><Relationship Type="http://schemas.openxmlformats.org/officeDocument/2006/relationships/slide" Target="/ppt/slides/slide8.xml" Id="Rda4a209cde9c42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5203416d2954d6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459d34a4cb04263" /><Relationship Type="http://schemas.openxmlformats.org/officeDocument/2006/relationships/slide" Target="/ppt/slides/slide1.xml" Id="Rdf222675dee14b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df87278cbba41a2" /><Relationship Type="http://schemas.openxmlformats.org/officeDocument/2006/relationships/slide" Target="/ppt/slides/slide2.xml" Id="Rf091810b0b6e4e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3ab0aa1cc594284" /><Relationship Type="http://schemas.openxmlformats.org/officeDocument/2006/relationships/slide" Target="/ppt/slides/slide3.xml" Id="R8ea9239315784c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e2a1f0f11c94905" /><Relationship Type="http://schemas.openxmlformats.org/officeDocument/2006/relationships/slide" Target="/ppt/slides/slide4.xml" Id="R148205b4fb5548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b979513d904fb7" /><Relationship Type="http://schemas.openxmlformats.org/officeDocument/2006/relationships/slide" Target="/ppt/slides/slide5.xml" Id="R56c648ca430b4a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b131f37e5d847cb" /><Relationship Type="http://schemas.openxmlformats.org/officeDocument/2006/relationships/slide" Target="/ppt/slides/slide6.xml" Id="Rb623d241e9ed4c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4a9d009e8574795" /><Relationship Type="http://schemas.openxmlformats.org/officeDocument/2006/relationships/slide" Target="/ppt/slides/slide7.xml" Id="R5b9b5be7e16246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31a202ce5b84579" /><Relationship Type="http://schemas.openxmlformats.org/officeDocument/2006/relationships/slide" Target="/ppt/slides/slide8.xml" Id="R3c3a99fbd71749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Benefit &amp; value case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jargon without translation.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Mark correlation vs causation.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Credibility &gt; inflated ROI.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f144bf9fd741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7d0adcf9ae4e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ead6621cf64a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40eae21f8f49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d5fa7eafb444a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538d432e4e84481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c1f6b9e0342fc" /><Relationship Type="http://schemas.openxmlformats.org/officeDocument/2006/relationships/notesSlide" Target="/ppt/notesSlides/notesSlide1.xml" Id="Rb91ca1da87d847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5593e32544f1c" /><Relationship Type="http://schemas.openxmlformats.org/officeDocument/2006/relationships/notesSlide" Target="/ppt/notesSlides/notesSlide2.xml" Id="Rc51ef996da3345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d2b92d55f4d06" /><Relationship Type="http://schemas.openxmlformats.org/officeDocument/2006/relationships/notesSlide" Target="/ppt/notesSlides/notesSlide3.xml" Id="R2d1106ff0d094f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eb831f5e24c35" /><Relationship Type="http://schemas.openxmlformats.org/officeDocument/2006/relationships/notesSlide" Target="/ppt/notesSlides/notesSlide4.xml" Id="R979559117a5c47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df8393b6f489d" /><Relationship Type="http://schemas.openxmlformats.org/officeDocument/2006/relationships/notesSlide" Target="/ppt/notesSlides/notesSlide5.xml" Id="Rd4efc15607044e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78fdf1d85f4494" /><Relationship Type="http://schemas.openxmlformats.org/officeDocument/2006/relationships/notesSlide" Target="/ppt/notesSlides/notesSlide6.xml" Id="Rb78c8e7c18d940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a581e03e049fc" /><Relationship Type="http://schemas.openxmlformats.org/officeDocument/2006/relationships/notesSlide" Target="/ppt/notesSlides/notesSlide7.xml" Id="R614b75ddc32c43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5fa6afc6b4210" /><Relationship Type="http://schemas.openxmlformats.org/officeDocument/2006/relationships/notesSlide" Target="/ppt/notesSlides/notesSlide8.xml" Id="Re906ff97d1f5475f" /></Relationships>
</file>

<file path=ppt/slides/slide1.xml><?xml version="1.0" encoding="utf-8"?>
<p:sld xmlns:p="http://schemas.openxmlformats.org/presentationml/2006/main">
  <p:cSld name="Benefit &amp; value ca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BENEFIT / ROI / VALUE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Benefit &amp; value case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Investment → impact chain → continue / expand / stop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Platform / shared infra investment impact chain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Platform / shared infra investment impact chain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/ impact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strategy as leverage (not ticket dumps)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investment vs benef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investment vs benefit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CONTINUE  ·  Payback sketch: ~N months (assumptions labeled)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[project] cost [eng-quarters / $ example].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 realized: [metric] → [business/risk language].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continue / expand / stop.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Customer / revenue / cost / risk framing.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engineering capacity was the right lever.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Technical result → process/behavior change → business metric.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Example: shared DV farm → regression 18h→6h → more test loops → fewer escapes.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we had not done this: [extra cost / delay / risk].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bounds claims: …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Steady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 /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Next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Faster lift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Wind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regression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Continue / Expand / Stop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Assumptions doc link: …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2026-08-06T00:05:48Z</dcterms:created>
  <cp:lastModifiedBy>OfficeCLI</cp:lastModifiedBy>
  <dcterms:modified xsi:type="dcterms:W3CDTF">2026-08-06T00:05:48Z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2026-08-06T00:05:49Z</vt:lpwstr>
  </op:property>
</op:Properties>
</file>
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a22912de8d949a8" /><Relationship Type="http://schemas.openxmlformats.org/package/2006/relationships/metadata/core-properties" Target="/docProps/core.xml" Id="R4a4a5496e59547e1" /><Relationship Type="http://schemas.openxmlformats.org/officeDocument/2006/relationships/extended-properties" Target="/docProps/app.xml" Id="R986905f4e7ab430c" /><Relationship Type="http://schemas.openxmlformats.org/officeDocument/2006/relationships/custom-properties" Target="/docProps/custom.xml" Id="Rc7453a47d8894055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f7048b23351e4819"/>
  </p:notesMasterIdLst>
  <p:sldIdLst>
    <p:sldId id="256" r:id="R7dfc649d323c4793"/>
    <p:sldId id="257" r:id="R6630c0fb5a614afd"/>
    <p:sldId id="258" r:id="R7d02d68b7e4d422a"/>
    <p:sldId id="259" r:id="R9e2a91eb925649df"/>
    <p:sldId id="260" r:id="Rd656a2f28783456f"/>
    <p:sldId id="261" r:id="R303f72d4cb154e1d"/>
    <p:sldId id="262" r:id="Rf36e8f5290fc464b"/>
    <p:sldId id="263" r:id="R887d58cfe3c0471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7dfc649d323c4793" /><Relationship Type="http://schemas.openxmlformats.org/officeDocument/2006/relationships/notesMaster" Target="/ppt/notesMasters/notesMaster1.xml" Id="Rf7048b23351e4819" /><Relationship Type="http://schemas.openxmlformats.org/officeDocument/2006/relationships/slide" Target="/ppt/slides/slide2.xml" Id="R6630c0fb5a614afd" /><Relationship Type="http://schemas.openxmlformats.org/officeDocument/2006/relationships/slide" Target="/ppt/slides/slide3.xml" Id="R7d02d68b7e4d422a" /><Relationship Type="http://schemas.openxmlformats.org/officeDocument/2006/relationships/slide" Target="/ppt/slides/slide4.xml" Id="R9e2a91eb925649df" /><Relationship Type="http://schemas.openxmlformats.org/officeDocument/2006/relationships/slide" Target="/ppt/slides/slide5.xml" Id="Rd656a2f28783456f" /><Relationship Type="http://schemas.openxmlformats.org/officeDocument/2006/relationships/slide" Target="/ppt/slides/slide6.xml" Id="R303f72d4cb154e1d" /><Relationship Type="http://schemas.openxmlformats.org/officeDocument/2006/relationships/slide" Target="/ppt/slides/slide7.xml" Id="Rf36e8f5290fc464b" /><Relationship Type="http://schemas.openxmlformats.org/officeDocument/2006/relationships/slide" Target="/ppt/slides/slide8.xml" Id="R887d58cfe3c047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1fd8d8d05d741c3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226bba8e6824ca6" /><Relationship Type="http://schemas.openxmlformats.org/officeDocument/2006/relationships/slide" Target="/ppt/slides/slide1.xml" Id="R5b9ac731329b442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492e4d94d6f4eca" /><Relationship Type="http://schemas.openxmlformats.org/officeDocument/2006/relationships/slide" Target="/ppt/slides/slide2.xml" Id="Rc28d32dd80334fe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1c33bfcd2524922" /><Relationship Type="http://schemas.openxmlformats.org/officeDocument/2006/relationships/slide" Target="/ppt/slides/slide3.xml" Id="R1f2bf1b90bc742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fb6d40141234e78" /><Relationship Type="http://schemas.openxmlformats.org/officeDocument/2006/relationships/slide" Target="/ppt/slides/slide4.xml" Id="R70a16a23228544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a638c546dcb4650" /><Relationship Type="http://schemas.openxmlformats.org/officeDocument/2006/relationships/slide" Target="/ppt/slides/slide5.xml" Id="R37b842886bdc4e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60cc2fa0d8140a6" /><Relationship Type="http://schemas.openxmlformats.org/officeDocument/2006/relationships/slide" Target="/ppt/slides/slide6.xml" Id="Rfc26116f4896499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4195d1cf2a949e5" /><Relationship Type="http://schemas.openxmlformats.org/officeDocument/2006/relationships/slide" Target="/ppt/slides/slide7.xml" Id="R43eaa1d811fd4f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fc57bdfcce34e6e" /><Relationship Type="http://schemas.openxmlformats.org/officeDocument/2006/relationships/slide" Target="/ppt/slides/slide8.xml" Id="R32556c503ef54d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Benefit &amp; value case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Platform / shared infra investment impact chain</a:t>
            </a:r>
          </a:p>
          <a:p xmlns:a="http://schemas.openxmlformats.org/drawingml/2006/main">
            <a:r>
              <a:rPr lang="en-US"/>
              <a:t>EM Tools — executive communication / impact framing: https://www.em-tools.io/engineering-manager-responsibilities/executive-communication</a:t>
            </a:r>
          </a:p>
          <a:p xmlns:a="http://schemas.openxmlformats.org/drawingml/2006/main">
            <a:r>
              <a:rPr lang="en-US"/>
              <a:t>StaffEng — strategy as leverage (not ticket dumps):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Platform / shared infra investment impact chain</a:t>
            </a:r>
          </a:p>
          <a:p xmlns:a="http://schemas.openxmlformats.org/drawingml/2006/main">
            <a:r>
              <a:rPr lang="en-US"/>
              <a:t>EM Tools — executive communication / impact framing: https://www.em-tools.io/engineering-manager-responsibilities/executive-communication</a:t>
            </a:r>
          </a:p>
          <a:p xmlns:a="http://schemas.openxmlformats.org/drawingml/2006/main">
            <a:r>
              <a:rPr lang="en-US"/>
              <a:t>StaffEng — strategy as leverage (not ticket dumps):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Land a clear portfolio decision.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No jargon without translation.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Mark correlation vs causation.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Credibility &gt; inflated ROI.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Land a clear portfolio decision.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a0d6d12373414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c60930fb0f4bd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dd22d489774e0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403fa20ced4c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210c2c74eb4bb0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7b010f2f31a84851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9b844a29614542" /><Relationship Type="http://schemas.openxmlformats.org/officeDocument/2006/relationships/notesSlide" Target="/ppt/notesSlides/notesSlide1.xml" Id="Rf5e832de02284e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a6366000d94636" /><Relationship Type="http://schemas.openxmlformats.org/officeDocument/2006/relationships/notesSlide" Target="/ppt/notesSlides/notesSlide2.xml" Id="Rbccec290a14e43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e8c213c946449a" /><Relationship Type="http://schemas.openxmlformats.org/officeDocument/2006/relationships/notesSlide" Target="/ppt/notesSlides/notesSlide3.xml" Id="Rc6eabf3de8ce49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17c5c752944318" /><Relationship Type="http://schemas.openxmlformats.org/officeDocument/2006/relationships/notesSlide" Target="/ppt/notesSlides/notesSlide4.xml" Id="Rac24fdd3b13a44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aafef02bf14777" /><Relationship Type="http://schemas.openxmlformats.org/officeDocument/2006/relationships/notesSlide" Target="/ppt/notesSlides/notesSlide5.xml" Id="R82bcd35737024a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112a870ed6462a" /><Relationship Type="http://schemas.openxmlformats.org/officeDocument/2006/relationships/notesSlide" Target="/ppt/notesSlides/notesSlide6.xml" Id="Re8b0efe147f14f4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cd093f2ce24dbe" /><Relationship Type="http://schemas.openxmlformats.org/officeDocument/2006/relationships/notesSlide" Target="/ppt/notesSlides/notesSlide7.xml" Id="Rab33495f82aa447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d2d0dd36d54fe3" /><Relationship Type="http://schemas.openxmlformats.org/officeDocument/2006/relationships/notesSlide" Target="/ppt/notesSlides/notesSlide8.xml" Id="R1eae2e6873ae478c" /></Relationships>
</file>

<file path=ppt/slides/slide1.xml><?xml version="1.0" encoding="utf-8"?>
<p:sld xmlns:p="http://schemas.openxmlformats.org/presentationml/2006/main">
  <p:cSld name="Benefit &amp; value case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04  ·  BENEFIT / ROI / VALUE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Benefit &amp; value case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Investment → impact chain → continue / expand / stop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Platform / shared infra investment impact chain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Platform / shared infra investment impact chain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executive communication / impact framing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https://www.em-tools.io/engineering-manager-responsibilities/executive-communication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StaffEng — strategy as leverage (not ticket dumps)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https://staffeng.com/guides/engineering-strategy/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investment vs benefit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investment vs benefit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Recommend: CONTINUE  ·  Payback sketch: ~N months (assumptions labeled)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Investment: [project] cost [eng-quarters / $ example].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Benefit realized: [metric] → [business/risk language].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Ask: continue / expand / stop.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usiness problem attacke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Business problem attacked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Customer / revenue / cost / risk framing.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Why engineering capacity was the right lever.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Impact chai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Impact chain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Technical result → process/behavior change → business metric.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Example: shared DV farm → regression 18h→6h → more test loops → fewer escapes.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Counterfactual &amp; what we will not claim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Counterfactual &amp; what we will not claim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we had not done this: [extra cost / delay / risk].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 of bounds claims: …</a:t>
            </a:r>
          </a:p>
        </p:txBody>
      </p:sp>
      <p:sp>
        <p:nvSpPr>
          <p:cNvPr id="100022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3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5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Expected lift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Continue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Steady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 /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Sustain metric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Expand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Next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Faster lift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Wind 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 new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 regression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9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Continue / Expand / Stop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Assumptions doc link: …</a:t>
            </a:r>
          </a:p>
        </p:txBody>
      </p:sp>
      <p:sp>
        <p:nvSpPr>
          <p:cNvPr id="100030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2026-08-05T23:41:26Z</dcterms:created>
  <cp:lastModifiedBy>OfficeCLI</cp:lastModifiedBy>
  <dcterms:modified xsi:type="dcterms:W3CDTF">2026-08-05T23:41:26Z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2026-08-05T23:41:27Z</vt:lpwstr>
  </op:property>
</op:Properties>
</file>
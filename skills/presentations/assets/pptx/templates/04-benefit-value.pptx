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e2e91777b734be0" /><Relationship Type="http://schemas.openxmlformats.org/package/2006/relationships/metadata/core-properties" Target="/docProps/core.xml" Id="R07ad61d3667948a3" /><Relationship Type="http://schemas.openxmlformats.org/officeDocument/2006/relationships/extended-properties" Target="/docProps/app.xml" Id="R6c461ed0bc0e435f" /><Relationship Type="http://schemas.openxmlformats.org/officeDocument/2006/relationships/custom-properties" Target="/docProps/custom.xml" Id="Rc3838537a889465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f2596469fde84efd"/>
  </p:notesMasterIdLst>
  <p:sldIdLst>
    <p:sldId id="256" r:id="R5b0992126ec04cb7"/>
    <p:sldId id="257" r:id="R448a4071c35a4c3a"/>
    <p:sldId id="258" r:id="R40f508452ca34f45"/>
    <p:sldId id="259" r:id="R48db1b44c6314553"/>
    <p:sldId id="260" r:id="R242a42acde8e488d"/>
    <p:sldId id="261" r:id="R3351467141d34efe"/>
    <p:sldId id="262" r:id="R0f9ccf87110c442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5b0992126ec04cb7" /><Relationship Type="http://schemas.openxmlformats.org/officeDocument/2006/relationships/notesMaster" Target="/ppt/notesMasters/notesMaster1.xml" Id="Rf2596469fde84efd" /><Relationship Type="http://schemas.openxmlformats.org/officeDocument/2006/relationships/slide" Target="/ppt/slides/slide2.xml" Id="R448a4071c35a4c3a" /><Relationship Type="http://schemas.openxmlformats.org/officeDocument/2006/relationships/slide" Target="/ppt/slides/slide3.xml" Id="R40f508452ca34f45" /><Relationship Type="http://schemas.openxmlformats.org/officeDocument/2006/relationships/slide" Target="/ppt/slides/slide4.xml" Id="R48db1b44c6314553" /><Relationship Type="http://schemas.openxmlformats.org/officeDocument/2006/relationships/slide" Target="/ppt/slides/slide5.xml" Id="R242a42acde8e488d" /><Relationship Type="http://schemas.openxmlformats.org/officeDocument/2006/relationships/slide" Target="/ppt/slides/slide6.xml" Id="R3351467141d34efe" /><Relationship Type="http://schemas.openxmlformats.org/officeDocument/2006/relationships/slide" Target="/ppt/slides/slide7.xml" Id="R0f9ccf87110c44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362f41dc1d4401e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0589e8e676048bb" /><Relationship Type="http://schemas.openxmlformats.org/officeDocument/2006/relationships/slide" Target="/ppt/slides/slide1.xml" Id="R1e82779edbbb47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e62fe59c433450c" /><Relationship Type="http://schemas.openxmlformats.org/officeDocument/2006/relationships/slide" Target="/ppt/slides/slide2.xml" Id="Rb93970fd439a4f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4ea0dc0a8e946eb" /><Relationship Type="http://schemas.openxmlformats.org/officeDocument/2006/relationships/slide" Target="/ppt/slides/slide3.xml" Id="R63ce71b47dad4c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142ecce556b46c6" /><Relationship Type="http://schemas.openxmlformats.org/officeDocument/2006/relationships/slide" Target="/ppt/slides/slide4.xml" Id="R4a8ad21a08c14d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125c8ae2d9042fd" /><Relationship Type="http://schemas.openxmlformats.org/officeDocument/2006/relationships/slide" Target="/ppt/slides/slide5.xml" Id="Rcfaa59fc34cc4b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b77b61c303d4a2f" /><Relationship Type="http://schemas.openxmlformats.org/officeDocument/2006/relationships/slide" Target="/ppt/slides/slide6.xml" Id="R79255b8209f346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0a8c0efa37645a1" /><Relationship Type="http://schemas.openxmlformats.org/officeDocument/2006/relationships/slide" Target="/ppt/slides/slide7.xml" Id="R8a179f0e4bd940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Benefit &amp; value case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a clear portfolio decision.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No jargon without translation.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Mark correlation vs causation.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Credibility &gt; inflated ROI.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a clear portfolio decision.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d4655514c546d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bdcf876d924e5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426c850de3428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17ec64e284463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cfc44c611c431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707f7dbb830e494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073cd4a1d4e9d" /><Relationship Type="http://schemas.openxmlformats.org/officeDocument/2006/relationships/notesSlide" Target="/ppt/notesSlides/notesSlide1.xml" Id="R3843f708564148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4d3313b2f425b" /><Relationship Type="http://schemas.openxmlformats.org/officeDocument/2006/relationships/notesSlide" Target="/ppt/notesSlides/notesSlide2.xml" Id="R312126a67c124c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372e87846489d" /><Relationship Type="http://schemas.openxmlformats.org/officeDocument/2006/relationships/notesSlide" Target="/ppt/notesSlides/notesSlide3.xml" Id="R03758bf5628f42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1c171433a4d55" /><Relationship Type="http://schemas.openxmlformats.org/officeDocument/2006/relationships/notesSlide" Target="/ppt/notesSlides/notesSlide4.xml" Id="R993e56817c8e4b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fcd9a38604f94" /><Relationship Type="http://schemas.openxmlformats.org/officeDocument/2006/relationships/notesSlide" Target="/ppt/notesSlides/notesSlide5.xml" Id="R8a67989270c745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90fbd157641db" /><Relationship Type="http://schemas.openxmlformats.org/officeDocument/2006/relationships/notesSlide" Target="/ppt/notesSlides/notesSlide6.xml" Id="R26a63c1b559a42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784c3a0054d34" /><Relationship Type="http://schemas.openxmlformats.org/officeDocument/2006/relationships/notesSlide" Target="/ppt/notesSlides/notesSlide7.xml" Id="R6c00d593784f4bd1" /></Relationships>
</file>

<file path=ppt/slides/slide1.xml><?xml version="1.0" encoding="utf-8"?>
<p:sld xmlns:p="http://schemas.openxmlformats.org/presentationml/2006/main">
  <p:cSld name="Benefit &amp; value cas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04  ·  BENEFIT / ROI / VALUE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Benefit &amp; value case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Investment → impact chain → continue / expand / stop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investment vs benefi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investment vs benefit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CONTINUE  ·  Payback sketch: ~N months (assumptions labeled)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Investment: [project] cost [eng-quarters / $ example].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Benefit realized: [metric] → [business/risk language].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continue / expand / stop.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usiness problem attacke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Business problem attacked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Customer / revenue / cost / risk framing.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Why engineering capacity was the right lever.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Impact chai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Impact chain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Technical result → process/behavior change → business metric.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Example: shared DV farm → regression 18h→6h → more test loops → fewer escapes.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Counterfactual &amp; what we will not claim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Counterfactual &amp; what we will not claim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we had not done this: [extra cost / delay / risk].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 of bounds claims: …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Expected lift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Steady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 /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Sustain 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Expand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Next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Faster lift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Wind 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new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regression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Continue / Expand / Stop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Assumptions doc link: …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2026-08-05T23:16:52Z</dcterms:created>
  <cp:lastModifiedBy>OfficeCLI</cp:lastModifiedBy>
  <dcterms:modified xsi:type="dcterms:W3CDTF">2026-08-05T23:16:52Z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2026-08-05T23:16:54Z</vt:lpwstr>
  </op:property>
</op:Properties>
</file>
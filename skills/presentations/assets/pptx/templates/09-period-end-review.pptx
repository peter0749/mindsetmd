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0834c5732dd4fb3" /><Relationship Type="http://schemas.openxmlformats.org/package/2006/relationships/metadata/core-properties" Target="/docProps/core.xml" Id="Rb45b2bcf829e4e08" /><Relationship Type="http://schemas.openxmlformats.org/officeDocument/2006/relationships/extended-properties" Target="/docProps/app.xml" Id="Rd6820001a99a4982" /><Relationship Type="http://schemas.openxmlformats.org/officeDocument/2006/relationships/custom-properties" Target="/docProps/custom.xml" Id="R799158804a5e447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5a8bdc522ff74316"/>
  </p:notesMasterIdLst>
  <p:sldIdLst>
    <p:sldId id="256" r:id="R38989ba8a2fc4c0b"/>
    <p:sldId id="257" r:id="R138bb6f96ad34bc1"/>
    <p:sldId id="258" r:id="R0bbb62c3219d44f4"/>
    <p:sldId id="259" r:id="R50f5e4a537774e8c"/>
    <p:sldId id="260" r:id="Rb066a54198364fd4"/>
    <p:sldId id="261" r:id="R9e6ca063702c40e6"/>
    <p:sldId id="262" r:id="R9e05eeb79a8e4ba6"/>
    <p:sldId id="263" r:id="Rb7dd4b3922494d0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8989ba8a2fc4c0b" /><Relationship Type="http://schemas.openxmlformats.org/officeDocument/2006/relationships/notesMaster" Target="/ppt/notesMasters/notesMaster1.xml" Id="R5a8bdc522ff74316" /><Relationship Type="http://schemas.openxmlformats.org/officeDocument/2006/relationships/slide" Target="/ppt/slides/slide2.xml" Id="R138bb6f96ad34bc1" /><Relationship Type="http://schemas.openxmlformats.org/officeDocument/2006/relationships/slide" Target="/ppt/slides/slide3.xml" Id="R0bbb62c3219d44f4" /><Relationship Type="http://schemas.openxmlformats.org/officeDocument/2006/relationships/slide" Target="/ppt/slides/slide4.xml" Id="R50f5e4a537774e8c" /><Relationship Type="http://schemas.openxmlformats.org/officeDocument/2006/relationships/slide" Target="/ppt/slides/slide5.xml" Id="Rb066a54198364fd4" /><Relationship Type="http://schemas.openxmlformats.org/officeDocument/2006/relationships/slide" Target="/ppt/slides/slide6.xml" Id="R9e6ca063702c40e6" /><Relationship Type="http://schemas.openxmlformats.org/officeDocument/2006/relationships/slide" Target="/ppt/slides/slide7.xml" Id="R9e05eeb79a8e4ba6" /><Relationship Type="http://schemas.openxmlformats.org/officeDocument/2006/relationships/slide" Target="/ppt/slides/slide8.xml" Id="Rb7dd4b3922494d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260db2792e445a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86a0433e37a43a6" /><Relationship Type="http://schemas.openxmlformats.org/officeDocument/2006/relationships/slide" Target="/ppt/slides/slide1.xml" Id="R31173c43d70c49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4818828580b4f07" /><Relationship Type="http://schemas.openxmlformats.org/officeDocument/2006/relationships/slide" Target="/ppt/slides/slide2.xml" Id="R612f681929b544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31f6ebf2e244012" /><Relationship Type="http://schemas.openxmlformats.org/officeDocument/2006/relationships/slide" Target="/ppt/slides/slide3.xml" Id="R54992d10d28f48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b7db4f48d8424b" /><Relationship Type="http://schemas.openxmlformats.org/officeDocument/2006/relationships/slide" Target="/ppt/slides/slide4.xml" Id="R45931ce7e79d4a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e75d8a5170b47d2" /><Relationship Type="http://schemas.openxmlformats.org/officeDocument/2006/relationships/slide" Target="/ppt/slides/slide5.xml" Id="R9d22e6a4898e49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6db7fdf6fdc4ea1" /><Relationship Type="http://schemas.openxmlformats.org/officeDocument/2006/relationships/slide" Target="/ppt/slides/slide6.xml" Id="R032d8a4083264d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d7bd76a29e74357" /><Relationship Type="http://schemas.openxmlformats.org/officeDocument/2006/relationships/slide" Target="/ppt/slides/slide7.xml" Id="R558431adf7e642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35fcbb05f8f4196" /><Relationship Type="http://schemas.openxmlformats.org/officeDocument/2006/relationships/slide" Target="/ppt/slides/slide8.xml" Id="R89e900ac514642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(template). Period-end review (QBR)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Leadership QBR scorecard → risks → asks</a:t>
            </a:r>
          </a:p>
          <a:p xmlns:a="http://schemas.openxmlformats.org/drawingml/2006/main">
            <a:r>
              <a:rPr lang="en-US"/>
              <a:t>SRE Book — example postmortem (impact honesty): https://sre.google/sre-book/example-postmortem/</a:t>
            </a:r>
          </a:p>
          <a:p xmlns:a="http://schemas.openxmlformats.org/drawingml/2006/main">
            <a:r>
              <a:rPr lang="en-US"/>
              <a:t>EM Tools — executive communication updates: https://www.em-tools.io/engineering-manager-responsibilities/executive-communication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Leadership QBR scorecard → risks → asks</a:t>
            </a:r>
          </a:p>
          <a:p xmlns:a="http://schemas.openxmlformats.org/drawingml/2006/main">
            <a:r>
              <a:rPr lang="en-US"/>
              <a:t>SRE Book — example postmortem (impact honesty): https://sre.google/sre-book/example-postmortem/</a:t>
            </a:r>
          </a:p>
          <a:p xmlns:a="http://schemas.openxmlformats.org/drawingml/2006/main">
            <a:r>
              <a:rPr lang="en-US"/>
              <a:t>EM Tools — executive communication updates: https://www.em-tools.io/engineering-manager-responsibilities/executive-communication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Classic leadership QBR close.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Answer-first QBR spine.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Root cause → system fix.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Carry-forward must be owned.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Classic leadership QBR close.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d43fe652846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dedf79b234b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d297e402541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0ac79381b47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afe4a69144be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10f68528aa2436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8c4aa29de43f8" /><Relationship Type="http://schemas.openxmlformats.org/officeDocument/2006/relationships/notesSlide" Target="/ppt/notesSlides/notesSlide1.xml" Id="R268f4e2da5094b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de85351bd45a1" /><Relationship Type="http://schemas.openxmlformats.org/officeDocument/2006/relationships/notesSlide" Target="/ppt/notesSlides/notesSlide2.xml" Id="R24351b98434c42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98febe1bb4e80" /><Relationship Type="http://schemas.openxmlformats.org/officeDocument/2006/relationships/notesSlide" Target="/ppt/notesSlides/notesSlide3.xml" Id="R312adfdfa8e04c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16cfc2d1448e2" /><Relationship Type="http://schemas.openxmlformats.org/officeDocument/2006/relationships/notesSlide" Target="/ppt/notesSlides/notesSlide4.xml" Id="R0fb7d6aacc9142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4c033cf8b4d8f" /><Relationship Type="http://schemas.openxmlformats.org/officeDocument/2006/relationships/notesSlide" Target="/ppt/notesSlides/notesSlide5.xml" Id="Red74c7f01e1d43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e6bff984b43f9" /><Relationship Type="http://schemas.openxmlformats.org/officeDocument/2006/relationships/notesSlide" Target="/ppt/notesSlides/notesSlide6.xml" Id="R5da67a0f466146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0870ff0a54a66" /><Relationship Type="http://schemas.openxmlformats.org/officeDocument/2006/relationships/notesSlide" Target="/ppt/notesSlides/notesSlide7.xml" Id="Rdec785d562624b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6d360775f4ed8" /><Relationship Type="http://schemas.openxmlformats.org/officeDocument/2006/relationships/notesSlide" Target="/ppt/notesSlides/notesSlide8.xml" Id="Rd455d843d5c54238" /></Relationships>
</file>

<file path=ppt/slides/slide1.xml><?xml version="1.0" encoding="utf-8"?>
<p:sld xmlns:p="http://schemas.openxmlformats.org/presentationml/2006/main">
  <p:cSld name="Period-end review (QBR)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93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09  ·  PERIOD END / QBR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332000"/>
            <a:ext cx="1108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Period-end review (QBR)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340000"/>
            <a:ext cx="1108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ADCFC"/>
                </a:solidFill>
                <a:latin typeface="Calibri"/>
                <a:ea typeface="Calibri"/>
              </a:rPr>
              <a:t>Exec summary → scorecard → learnings → next ask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3240000"/>
            <a:ext cx="1108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0C4E8"/>
                </a:solidFill>
                <a:latin typeface="Calibri"/>
                <a:ea typeface="Calibri"/>
              </a:rPr>
              <a:t>Pattern: Leadership QBR scorecard → risks → asks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TEMPLATE  ·  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Pattern provenanc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WHERE THIS DECK SHAPE COMES FROM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Pattern provenance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Public pattern (structure only — not a confidential company deck):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Leadership QBR scorecard → risks → asks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SRE Book — example postmortem (impact honesty)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https://sre.google/sre-book/example-postmortem/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EM Tools — executive communication updates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https://www.em-tools.io/engineering-manager-responsibilities/executive-communication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How to use: copy section order and decision verbs; replace with your metrics.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In-repo: skills/presentations/classic-public-cases.md</a:t>
            </a:r>
          </a:p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BLUF — quarter / period statu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quarter / period status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Overall: GREEN/YELLOW/RED  ·  3 wins  ·  1 carried risk  ·  Next ask: …</a:t>
            </a:r>
          </a:p>
        </p:txBody>
      </p:sp>
      <p:sp>
        <p:nvSpPr>
          <p:cNvPr id="100012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Top outcomes with metrics.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Top miss + disposition (not blame theater).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Proposed next priorities (link to period-start draft).</a:t>
            </a:r>
          </a:p>
        </p:txBody>
      </p:sp>
      <p:sp>
        <p:nvSpPr>
          <p:cNvPr id="100013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Scorecard vs commit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4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Scorecard vs commits</a:t>
            </a:r>
          </a:p>
        </p:txBody>
      </p:sp>
      <p:sp>
        <p:nvSpPr>
          <p:cNvPr id="100015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Commit | Result | Metric | Note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… | Hit / Partial / Miss | … | …</a:t>
            </a:r>
          </a:p>
        </p:txBody>
      </p:sp>
      <p:sp>
        <p:nvSpPr>
          <p:cNvPr id="100016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What slipped &amp; why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7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What slipped &amp; why</a:t>
            </a:r>
          </a:p>
        </p:txBody>
      </p:sp>
      <p:sp>
        <p:nvSpPr>
          <p:cNvPr id="100018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Assumption that broke: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Options considered mid-period: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What we will change next period: …</a:t>
            </a:r>
          </a:p>
        </p:txBody>
      </p:sp>
      <p:sp>
        <p:nvSpPr>
          <p:cNvPr id="100019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Risks into next period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Risks into next period</a:t>
            </a:r>
          </a:p>
        </p:txBody>
      </p:sp>
      <p:sp>
        <p:nvSpPr>
          <p:cNvPr id="100021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Risk 1 — mitigation — owner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Risk 2 —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Capacity A lookback: outcomes / debt / unplanned actuals vs plan.</a:t>
            </a:r>
          </a:p>
        </p:txBody>
      </p:sp>
      <p:sp>
        <p:nvSpPr>
          <p:cNvPr id="100022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3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24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5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96000"/>
                <a:gridCol w="3696000"/>
                <a:gridCol w="36960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Next priority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Capacity note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P1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Highest leverage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Fits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Strategic bet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Needs displace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6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7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8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29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Endorse next priorities P1/P2.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Resource decision if any (see 06).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If only three takeaways: achieved A/B; root cause of C; support D.</a:t>
            </a:r>
          </a:p>
        </p:txBody>
      </p:sp>
      <p:sp>
        <p:nvSpPr>
          <p:cNvPr id="100030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2026-08-05T23:41:52Z</dcterms:created>
  <cp:lastModifiedBy>OfficeCLI</cp:lastModifiedBy>
  <dcterms:modified xsi:type="dcterms:W3CDTF">2026-08-05T23:41:52Z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2026-08-05T23:41:54Z</vt:lpwstr>
  </op:property>
</op:Properties>
</file>
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6196891aa184588" /><Relationship Type="http://schemas.openxmlformats.org/package/2006/relationships/metadata/core-properties" Target="/docProps/core.xml" Id="R1e8a380ed0af4e2f" /><Relationship Type="http://schemas.openxmlformats.org/officeDocument/2006/relationships/extended-properties" Target="/docProps/app.xml" Id="Rb1e79147359c4f2d" /><Relationship Type="http://schemas.openxmlformats.org/officeDocument/2006/relationships/custom-properties" Target="/docProps/custom.xml" Id="Raa846bc282394cdb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b65a47902cbc43c3"/>
  </p:notesMasterIdLst>
  <p:sldIdLst>
    <p:sldId id="256" r:id="R65ba6bb277d347f0"/>
    <p:sldId id="257" r:id="R7dff6e716e694fdf"/>
    <p:sldId id="258" r:id="R674be68c99c34979"/>
    <p:sldId id="259" r:id="R512fd0f4c6944020"/>
    <p:sldId id="260" r:id="R249fcd292d1b4db0"/>
    <p:sldId id="261" r:id="Red2d9ae5d7be46fe"/>
    <p:sldId id="262" r:id="Rb4a3414fb26d4502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65ba6bb277d347f0" /><Relationship Type="http://schemas.openxmlformats.org/officeDocument/2006/relationships/notesMaster" Target="/ppt/notesMasters/notesMaster1.xml" Id="Rb65a47902cbc43c3" /><Relationship Type="http://schemas.openxmlformats.org/officeDocument/2006/relationships/slide" Target="/ppt/slides/slide2.xml" Id="R7dff6e716e694fdf" /><Relationship Type="http://schemas.openxmlformats.org/officeDocument/2006/relationships/slide" Target="/ppt/slides/slide3.xml" Id="R674be68c99c34979" /><Relationship Type="http://schemas.openxmlformats.org/officeDocument/2006/relationships/slide" Target="/ppt/slides/slide4.xml" Id="R512fd0f4c6944020" /><Relationship Type="http://schemas.openxmlformats.org/officeDocument/2006/relationships/slide" Target="/ppt/slides/slide5.xml" Id="R249fcd292d1b4db0" /><Relationship Type="http://schemas.openxmlformats.org/officeDocument/2006/relationships/slide" Target="/ppt/slides/slide6.xml" Id="Red2d9ae5d7be46fe" /><Relationship Type="http://schemas.openxmlformats.org/officeDocument/2006/relationships/slide" Target="/ppt/slides/slide7.xml" Id="Rb4a3414fb26d450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c5ac85eb1a3d4880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e561edae08240ee" /><Relationship Type="http://schemas.openxmlformats.org/officeDocument/2006/relationships/slide" Target="/ppt/slides/slide1.xml" Id="R4afbf279ce20435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0c4e1436d464644" /><Relationship Type="http://schemas.openxmlformats.org/officeDocument/2006/relationships/slide" Target="/ppt/slides/slide2.xml" Id="Rb41d09391a7345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f927b07e4cc4533" /><Relationship Type="http://schemas.openxmlformats.org/officeDocument/2006/relationships/slide" Target="/ppt/slides/slide3.xml" Id="Ra3579267eb98459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37a9511f4264041" /><Relationship Type="http://schemas.openxmlformats.org/officeDocument/2006/relationships/slide" Target="/ppt/slides/slide4.xml" Id="Rbebc5746c4ea42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57ec4abfcee44b1" /><Relationship Type="http://schemas.openxmlformats.org/officeDocument/2006/relationships/slide" Target="/ppt/slides/slide5.xml" Id="Ra6c0f87a3fdc4bd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df466a1b6594383" /><Relationship Type="http://schemas.openxmlformats.org/officeDocument/2006/relationships/slide" Target="/ppt/slides/slide6.xml" Id="R1270557dcb754f7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f15ff8fb6964f14" /><Relationship Type="http://schemas.openxmlformats.org/officeDocument/2006/relationships/slide" Target="/ppt/slides/slide7.xml" Id="R75e75268410b4ea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(template). Period-end review (QBR)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Classic leadership QBR close.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Answer-first QBR spine.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Root cause → system fix.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Carry-forward must be owned.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Classic leadership QBR close.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c82d57cd744be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9f25cae5084d8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f8baf58d6b47d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ed7a783f774c8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9523b605a24e1d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dbc665d1822c4267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2decc0421e4e5d" /><Relationship Type="http://schemas.openxmlformats.org/officeDocument/2006/relationships/notesSlide" Target="/ppt/notesSlides/notesSlide1.xml" Id="Rdce8af7e2b9d48a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7de9464a0f4f77" /><Relationship Type="http://schemas.openxmlformats.org/officeDocument/2006/relationships/notesSlide" Target="/ppt/notesSlides/notesSlide2.xml" Id="Rf8b97f7f31524a7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050b988e7340b3" /><Relationship Type="http://schemas.openxmlformats.org/officeDocument/2006/relationships/notesSlide" Target="/ppt/notesSlides/notesSlide3.xml" Id="R2f78f03a9c534ca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dd89e5c4444ed1" /><Relationship Type="http://schemas.openxmlformats.org/officeDocument/2006/relationships/notesSlide" Target="/ppt/notesSlides/notesSlide4.xml" Id="R0e36b731a44b417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4f3fb189774586" /><Relationship Type="http://schemas.openxmlformats.org/officeDocument/2006/relationships/notesSlide" Target="/ppt/notesSlides/notesSlide5.xml" Id="Rf4a168e192ea4f0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b71451a5c048bf" /><Relationship Type="http://schemas.openxmlformats.org/officeDocument/2006/relationships/notesSlide" Target="/ppt/notesSlides/notesSlide6.xml" Id="Rea5c5f2370674f3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da286a93814801" /><Relationship Type="http://schemas.openxmlformats.org/officeDocument/2006/relationships/notesSlide" Target="/ppt/notesSlides/notesSlide7.xml" Id="R504c377c62484286" /></Relationships>
</file>

<file path=ppt/slides/slide1.xml><?xml version="1.0" encoding="utf-8"?>
<p:sld xmlns:p="http://schemas.openxmlformats.org/presentationml/2006/main">
  <p:cSld name="Period-end review (QBR)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1008000"/>
            <a:ext cx="11088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09  ·  PERIOD END / QBR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440000"/>
            <a:ext cx="11088000" cy="93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Calibri"/>
                <a:ea typeface="Calibri"/>
              </a:rPr>
              <a:t>Period-end review (QBR)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520000"/>
            <a:ext cx="11088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CADCFC"/>
                </a:solidFill>
                <a:latin typeface="Calibri"/>
                <a:ea typeface="Calibri"/>
              </a:rPr>
              <a:t>Exec summary → scorecard → learnings → next ask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TEMPLATE  ·  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quarter / period statu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quarter / period status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Overall: GREEN/YELLOW/RED  ·  3 wins  ·  1 carried risk  ·  Next ask: …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Top outcomes with metrics.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Top miss + disposition (not blame theater).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Proposed next priorities (link to period-start draft).</a:t>
            </a:r>
          </a:p>
        </p:txBody>
      </p:sp>
      <p:sp>
        <p:nvSpPr>
          <p:cNvPr id="100008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Scorecard vs commi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Scorecard vs commits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Commit | Result | Metric | Note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… | Hit / Partial / Miss | … | …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What slipped &amp; why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What slipped &amp; why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Assumption that broke: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Options considered mid-period: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What we will change next period: …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Risks into next perio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Risks into next period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Risk 1 — mitigation — owner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Risk 2 —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Capacity A lookback: outcomes / debt / unplanned actuals vs plan.</a:t>
            </a:r>
          </a:p>
        </p:txBody>
      </p:sp>
      <p:sp>
        <p:nvSpPr>
          <p:cNvPr id="100017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0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696000"/>
                <a:gridCol w="3696000"/>
                <a:gridCol w="3696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Next priority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Why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Capacity note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P1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Highest leverage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Fits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Strategic bet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Needs displace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Park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Later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2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3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4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Endorse next priorities P1/P2.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Resource decision if any (see 06).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If only three takeaways: achieved A/B; root cause of C; support D.</a:t>
            </a:r>
          </a:p>
        </p:txBody>
      </p:sp>
      <p:sp>
        <p:nvSpPr>
          <p:cNvPr id="100025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2026-08-05T23:17:23Z</dcterms:created>
  <cp:lastModifiedBy>OfficeCLI</cp:lastModifiedBy>
  <dcterms:modified xsi:type="dcterms:W3CDTF">2026-08-05T23:17:23Z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2026-08-05T23:17:24Z</vt:lpwstr>
  </op:property>
</op:Properties>
</file>
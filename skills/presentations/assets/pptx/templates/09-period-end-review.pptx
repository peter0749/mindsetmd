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2bb970d5d6e4d90" /><Relationship Type="http://schemas.openxmlformats.org/package/2006/relationships/metadata/core-properties" Target="/docProps/core.xml" Id="Rb87aaffdd72d40bf" /><Relationship Type="http://schemas.openxmlformats.org/officeDocument/2006/relationships/extended-properties" Target="/docProps/app.xml" Id="R31207e720dee4a53" /><Relationship Type="http://schemas.openxmlformats.org/officeDocument/2006/relationships/custom-properties" Target="/docProps/custom.xml" Id="Rd0411feb525a415e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1f8b0310394e4f34"/>
  </p:notesMasterIdLst>
  <p:sldIdLst>
    <p:sldId id="256" r:id="Refff5078cf434de6"/>
    <p:sldId id="257" r:id="Rd7b5fbe5a1cc4054"/>
    <p:sldId id="258" r:id="Rcaea5386d59740d6"/>
    <p:sldId id="259" r:id="R2749b48f001a49f0"/>
    <p:sldId id="260" r:id="R80b9b7c9e498498e"/>
    <p:sldId id="261" r:id="Rb76024dfe0624a8d"/>
    <p:sldId id="262" r:id="R4fc197c8a81b4f04"/>
    <p:sldId id="263" r:id="Rd06050e1909f4aa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efff5078cf434de6" /><Relationship Type="http://schemas.openxmlformats.org/officeDocument/2006/relationships/notesMaster" Target="/ppt/notesMasters/notesMaster1.xml" Id="R1f8b0310394e4f34" /><Relationship Type="http://schemas.openxmlformats.org/officeDocument/2006/relationships/slide" Target="/ppt/slides/slide2.xml" Id="Rd7b5fbe5a1cc4054" /><Relationship Type="http://schemas.openxmlformats.org/officeDocument/2006/relationships/slide" Target="/ppt/slides/slide3.xml" Id="Rcaea5386d59740d6" /><Relationship Type="http://schemas.openxmlformats.org/officeDocument/2006/relationships/slide" Target="/ppt/slides/slide4.xml" Id="R2749b48f001a49f0" /><Relationship Type="http://schemas.openxmlformats.org/officeDocument/2006/relationships/slide" Target="/ppt/slides/slide5.xml" Id="R80b9b7c9e498498e" /><Relationship Type="http://schemas.openxmlformats.org/officeDocument/2006/relationships/slide" Target="/ppt/slides/slide6.xml" Id="Rb76024dfe0624a8d" /><Relationship Type="http://schemas.openxmlformats.org/officeDocument/2006/relationships/slide" Target="/ppt/slides/slide7.xml" Id="R4fc197c8a81b4f04" /><Relationship Type="http://schemas.openxmlformats.org/officeDocument/2006/relationships/slide" Target="/ppt/slides/slide8.xml" Id="Rd06050e1909f4a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f09a061e67f49dd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ae344080ce94b87" /><Relationship Type="http://schemas.openxmlformats.org/officeDocument/2006/relationships/slide" Target="/ppt/slides/slide1.xml" Id="R8a463adf26bb410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8824b1ea7ad4d1f" /><Relationship Type="http://schemas.openxmlformats.org/officeDocument/2006/relationships/slide" Target="/ppt/slides/slide2.xml" Id="R1f8ccd2ef160405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ec34f5dd9f6496a" /><Relationship Type="http://schemas.openxmlformats.org/officeDocument/2006/relationships/slide" Target="/ppt/slides/slide3.xml" Id="R2faf131fa43c40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662495ea1d44a8c" /><Relationship Type="http://schemas.openxmlformats.org/officeDocument/2006/relationships/slide" Target="/ppt/slides/slide4.xml" Id="R06866c1e33544c2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ddf22e574e54b16" /><Relationship Type="http://schemas.openxmlformats.org/officeDocument/2006/relationships/slide" Target="/ppt/slides/slide5.xml" Id="R2be476d9fda04fa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3e51c663901444b" /><Relationship Type="http://schemas.openxmlformats.org/officeDocument/2006/relationships/slide" Target="/ppt/slides/slide6.xml" Id="R574adc10e57647a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d86f31231c84c5b" /><Relationship Type="http://schemas.openxmlformats.org/officeDocument/2006/relationships/slide" Target="/ppt/slides/slide7.xml" Id="R339898ed9c1c4c3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fcf85dc28f7466c" /><Relationship Type="http://schemas.openxmlformats.org/officeDocument/2006/relationships/slide" Target="/ppt/slides/slide8.xml" Id="Rbc7bfe1c78124e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Period-end review (QBR)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Leadership QBR scorecard → risks → asks</a:t>
            </a:r>
          </a:p>
          <a:p xmlns:a="http://schemas.openxmlformats.org/drawingml/2006/main">
            <a:r>
              <a:rPr lang="en-US"/>
              <a:t>SRE Book — example postmortem (impact honesty): https://sre.google/sre-book/example-postmortem/</a:t>
            </a:r>
          </a:p>
          <a:p xmlns:a="http://schemas.openxmlformats.org/drawingml/2006/main">
            <a:r>
              <a:rPr lang="en-US"/>
              <a:t>EM Tools — executive communication updates: https://www.em-tools.io/engineering-manager-responsibilities/executive-communication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Leadership QBR scorecard → risks → asks</a:t>
            </a:r>
          </a:p>
          <a:p xmlns:a="http://schemas.openxmlformats.org/drawingml/2006/main">
            <a:r>
              <a:rPr lang="en-US"/>
              <a:t>SRE Book — example postmortem (impact honesty): https://sre.google/sre-book/example-postmortem/</a:t>
            </a:r>
          </a:p>
          <a:p xmlns:a="http://schemas.openxmlformats.org/drawingml/2006/main">
            <a:r>
              <a:rPr lang="en-US"/>
              <a:t>EM Tools — executive communication updates: https://www.em-tools.io/engineering-manager-responsibilities/executive-communication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Classic leadership QBR close.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Answer-first QBR spine.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Root cause → system fix.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Carry-forward must be owned.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Classic leadership QBR close.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2e7ccc0f24400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dbc9c2653c427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f2db4d0f2a496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a30e457131451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cedf3dfcce497f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bd9a81e1b0184646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28aad7dc9441a1" /><Relationship Type="http://schemas.openxmlformats.org/officeDocument/2006/relationships/notesSlide" Target="/ppt/notesSlides/notesSlide1.xml" Id="R6723a6f1aa78453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de74835a9a48a8" /><Relationship Type="http://schemas.openxmlformats.org/officeDocument/2006/relationships/notesSlide" Target="/ppt/notesSlides/notesSlide2.xml" Id="R2278978983884db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e07584228e4b3f" /><Relationship Type="http://schemas.openxmlformats.org/officeDocument/2006/relationships/notesSlide" Target="/ppt/notesSlides/notesSlide3.xml" Id="Re6f2497c0a6647a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d6efd5f4df42c1" /><Relationship Type="http://schemas.openxmlformats.org/officeDocument/2006/relationships/notesSlide" Target="/ppt/notesSlides/notesSlide4.xml" Id="R0ae3ba6bdb674d1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067686be3b4f56" /><Relationship Type="http://schemas.openxmlformats.org/officeDocument/2006/relationships/notesSlide" Target="/ppt/notesSlides/notesSlide5.xml" Id="Rd6b6a0d8882a4d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b1d59679204ce4" /><Relationship Type="http://schemas.openxmlformats.org/officeDocument/2006/relationships/notesSlide" Target="/ppt/notesSlides/notesSlide6.xml" Id="R7283b8eedea84ba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878500010c4db2" /><Relationship Type="http://schemas.openxmlformats.org/officeDocument/2006/relationships/notesSlide" Target="/ppt/notesSlides/notesSlide7.xml" Id="R9f7b837b6d624c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30332f5aa6498c" /><Relationship Type="http://schemas.openxmlformats.org/officeDocument/2006/relationships/notesSlide" Target="/ppt/notesSlides/notesSlide8.xml" Id="R7f0b8d90a548401c" /></Relationships>
</file>

<file path=ppt/slides/slide1.xml><?xml version="1.0" encoding="utf-8"?>
<p:sld xmlns:p="http://schemas.openxmlformats.org/presentationml/2006/main">
  <p:cSld name="Period-end review (QBR)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09  ·  PERIOD END / QBR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Period-end review (QBR)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Exec summary → scorecard → learnings → next ask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Leadership QBR scorecard → risks → asks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Leadership QBR scorecard → risks → asks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SRE Book — example postmortem (impact honesty)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https://sre.google/sre-book/example-postmortem/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executive communication updates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https://www.em-tools.io/engineering-manager-responsibilities/executive-communication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CONTENT TEMPLATE ONLY — do not copy visual design (colors, margins, fonts) as a brand system.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 · assets/README.md (agent notice)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quarter / period statu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quarter / period status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Overall: GREEN/YELLOW/RED  ·  3 wins  ·  1 carried risk  ·  Next ask: …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Top outcomes with metrics.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Top miss + disposition (not blame theater).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Proposed next priorities (link to period-start draft).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Scorecard vs commi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Scorecard vs commits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 | Result | Metric | Note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… | Hit / Partial / Miss | … | …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What slipped &amp; wh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What slipped &amp; why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Assumption that broke: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Options considered mid-period: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What we will change next period: …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Risks into next perio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Risks into next period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Risk 1 — mitigation — owner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Risk 2 —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Capacity A lookback: outcomes / debt / unplanned actuals vs plan.</a:t>
            </a:r>
          </a:p>
        </p:txBody>
      </p:sp>
      <p:sp>
        <p:nvSpPr>
          <p:cNvPr id="100022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3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5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96000"/>
                <a:gridCol w="3696000"/>
                <a:gridCol w="3696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Next priority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Capacity 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P1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Highest leverage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Fits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Strategic bet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Needs displace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9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next priorities P1/P2.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Resource decision if any (see 06).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If only three takeaways: achieved A/B; root cause of C; support D.</a:t>
            </a:r>
          </a:p>
        </p:txBody>
      </p:sp>
      <p:sp>
        <p:nvSpPr>
          <p:cNvPr id="100030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2026-08-06T00:06:14Z</dcterms:created>
  <cp:lastModifiedBy>OfficeCLI</cp:lastModifiedBy>
  <dcterms:modified xsi:type="dcterms:W3CDTF">2026-08-06T00:06:14Z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2026-08-06T00:06:16Z</vt:lpwstr>
  </op:property>
</op:Properties>
</file>
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b3a0e14af6204411" /><Relationship Type="http://schemas.openxmlformats.org/package/2006/relationships/metadata/core-properties" Target="/docProps/core.xml" Id="R4af82c5be888419e" /><Relationship Type="http://schemas.openxmlformats.org/officeDocument/2006/relationships/extended-properties" Target="/docProps/app.xml" Id="R2067851d31d941ab" /><Relationship Type="http://schemas.openxmlformats.org/officeDocument/2006/relationships/custom-properties" Target="/docProps/custom.xml" Id="Rda3c32f808844d6b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2904d0e36f704a60"/>
  </p:notesMasterIdLst>
  <p:sldIdLst>
    <p:sldId id="256" r:id="R1980da5cd1f446c5"/>
    <p:sldId id="257" r:id="Rd0cf98ea12f34dbe"/>
    <p:sldId id="258" r:id="Rbced221812054b47"/>
    <p:sldId id="259" r:id="R45c9a4d29e2b43a0"/>
    <p:sldId id="260" r:id="R641ea98061f74c96"/>
    <p:sldId id="261" r:id="R26d35039ead44a83"/>
    <p:sldId id="262" r:id="R4922c7204898458d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1980da5cd1f446c5" /><Relationship Type="http://schemas.openxmlformats.org/officeDocument/2006/relationships/notesMaster" Target="/ppt/notesMasters/notesMaster1.xml" Id="R2904d0e36f704a60" /><Relationship Type="http://schemas.openxmlformats.org/officeDocument/2006/relationships/slide" Target="/ppt/slides/slide2.xml" Id="Rd0cf98ea12f34dbe" /><Relationship Type="http://schemas.openxmlformats.org/officeDocument/2006/relationships/slide" Target="/ppt/slides/slide3.xml" Id="Rbced221812054b47" /><Relationship Type="http://schemas.openxmlformats.org/officeDocument/2006/relationships/slide" Target="/ppt/slides/slide4.xml" Id="R45c9a4d29e2b43a0" /><Relationship Type="http://schemas.openxmlformats.org/officeDocument/2006/relationships/slide" Target="/ppt/slides/slide5.xml" Id="R641ea98061f74c96" /><Relationship Type="http://schemas.openxmlformats.org/officeDocument/2006/relationships/slide" Target="/ppt/slides/slide6.xml" Id="R26d35039ead44a83" /><Relationship Type="http://schemas.openxmlformats.org/officeDocument/2006/relationships/slide" Target="/ppt/slides/slide7.xml" Id="R4922c7204898458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c4cbcbe69c2d4b97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0625389f2bf4277" /><Relationship Type="http://schemas.openxmlformats.org/officeDocument/2006/relationships/slide" Target="/ppt/slides/slide1.xml" Id="Rc99a4be60d864e7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ae12dc5eb3d4628" /><Relationship Type="http://schemas.openxmlformats.org/officeDocument/2006/relationships/slide" Target="/ppt/slides/slide2.xml" Id="Ref9c7fc71331460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324f78c4a04453e" /><Relationship Type="http://schemas.openxmlformats.org/officeDocument/2006/relationships/slide" Target="/ppt/slides/slide3.xml" Id="Rb6fbd0b3c7f44d5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33ccebbab5ee47f0" /><Relationship Type="http://schemas.openxmlformats.org/officeDocument/2006/relationships/slide" Target="/ppt/slides/slide4.xml" Id="R3db9fc82ddf94d8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78efaf1a5b04abd" /><Relationship Type="http://schemas.openxmlformats.org/officeDocument/2006/relationships/slide" Target="/ppt/slides/slide5.xml" Id="R56c541797c114b1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479893ab2f14c5a" /><Relationship Type="http://schemas.openxmlformats.org/officeDocument/2006/relationships/slide" Target="/ppt/slides/slide6.xml" Id="R53214cf17638436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71b5e6a4ed346cf" /><Relationship Type="http://schemas.openxmlformats.org/officeDocument/2006/relationships/slide" Target="/ppt/slides/slide7.xml" Id="Raf6b4408a93349d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(template). Period-end review (QBR)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Classic leadership QBR close.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Answer-first QBR spine.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Root cause → system fix.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Carry-forward must be owned.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Classic leadership QBR close.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4a99f1f565402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79e92ea4ca45c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4d7faa2716487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41eebfa968473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05d0e329ec4666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46de194b447b4ca5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9d43e2a0714702" /><Relationship Type="http://schemas.openxmlformats.org/officeDocument/2006/relationships/notesSlide" Target="/ppt/notesSlides/notesSlide1.xml" Id="R7e2a5dbb30d248a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0a231e59a34ac0" /><Relationship Type="http://schemas.openxmlformats.org/officeDocument/2006/relationships/notesSlide" Target="/ppt/notesSlides/notesSlide2.xml" Id="Rf00ee9f6af224ed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28ff0ea40c41ad" /><Relationship Type="http://schemas.openxmlformats.org/officeDocument/2006/relationships/notesSlide" Target="/ppt/notesSlides/notesSlide3.xml" Id="Rcbdb133d728b44e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ed1013e17e4b9b" /><Relationship Type="http://schemas.openxmlformats.org/officeDocument/2006/relationships/notesSlide" Target="/ppt/notesSlides/notesSlide4.xml" Id="Rcc26bf8c4b35441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f2935c34e04088" /><Relationship Type="http://schemas.openxmlformats.org/officeDocument/2006/relationships/notesSlide" Target="/ppt/notesSlides/notesSlide5.xml" Id="R71a9a20101e34e0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431e8c50534c8f" /><Relationship Type="http://schemas.openxmlformats.org/officeDocument/2006/relationships/notesSlide" Target="/ppt/notesSlides/notesSlide6.xml" Id="Rafce380d2b13453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386e9f348c41f3" /><Relationship Type="http://schemas.openxmlformats.org/officeDocument/2006/relationships/notesSlide" Target="/ppt/notesSlides/notesSlide7.xml" Id="Rd12dbc4ea80f4f31" /></Relationships>
</file>

<file path=ppt/slides/slide1.xml><?xml version="1.0" encoding="utf-8"?>
<p:sld xmlns:p="http://schemas.openxmlformats.org/presentationml/2006/main">
  <p:cSld name="Period-end review (QBR)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1008000"/>
            <a:ext cx="11088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09  ·  PERIOD END / QBR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440000"/>
            <a:ext cx="11088000" cy="93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FFFFFF"/>
                </a:solidFill>
                <a:latin typeface="Calibri"/>
                <a:ea typeface="Calibri"/>
              </a:rPr>
              <a:t>Period-end review (QBR)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520000"/>
            <a:ext cx="11088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CADCFC"/>
                </a:solidFill>
                <a:latin typeface="Calibri"/>
                <a:ea typeface="Calibri"/>
              </a:rPr>
              <a:t>Exec summary → scorecard → learnings → next ask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TEMPLATE  ·  Team X  ·  Program Alpha  ·  Qn YYYY  ·  TEMPLATE — replace placeholders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BLUF — quarter / period statu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4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05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quarter / period status</a:t>
            </a:r>
          </a:p>
        </p:txBody>
      </p:sp>
      <p:sp>
        <p:nvSpPr>
          <p:cNvPr id="100006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Overall: GREEN/YELLOW/RED  ·  3 wins  ·  1 carried risk  ·  Next ask: …</a:t>
            </a:r>
          </a:p>
        </p:txBody>
      </p:sp>
      <p:sp>
        <p:nvSpPr>
          <p:cNvPr id="100007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Top outcomes with metrics.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Top miss + disposition (not blame theater).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Proposed next priorities (link to period-start draft).</a:t>
            </a:r>
          </a:p>
        </p:txBody>
      </p:sp>
      <p:sp>
        <p:nvSpPr>
          <p:cNvPr id="100008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Scorecard vs commi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Scorecard vs commits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Commit | Result | Metric | Note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… | Hit / Partial / Miss | … | …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What slipped &amp; why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2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What slipped &amp; why</a:t>
            </a:r>
          </a:p>
        </p:txBody>
      </p:sp>
      <p:sp>
        <p:nvSpPr>
          <p:cNvPr id="100013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Assumption that broke: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Options considered mid-period: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What we will change next period: …</a:t>
            </a:r>
          </a:p>
        </p:txBody>
      </p:sp>
      <p:sp>
        <p:nvSpPr>
          <p:cNvPr id="100014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Risks into next perio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5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Risks into next period</a:t>
            </a:r>
          </a:p>
        </p:txBody>
      </p:sp>
      <p:sp>
        <p:nvSpPr>
          <p:cNvPr id="100016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Risk 1 — mitigation — owner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Risk 2 —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Capacity A lookback: outcomes / debt / unplanned actuals vs plan.</a:t>
            </a:r>
          </a:p>
        </p:txBody>
      </p:sp>
      <p:sp>
        <p:nvSpPr>
          <p:cNvPr id="100017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0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696000"/>
                <a:gridCol w="3696000"/>
                <a:gridCol w="36960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Next priority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Why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Capacity note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P1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Highest leverage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Fits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Strategic bet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Needs displace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Park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Later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2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3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4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Endorse next priorities P1/P2.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Resource decision if any (see 06).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If only three takeaways: achieved A/B; root cause of C; support D.</a:t>
            </a:r>
          </a:p>
        </p:txBody>
      </p:sp>
      <p:sp>
        <p:nvSpPr>
          <p:cNvPr id="100025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2026-08-05T23:31:15Z</dcterms:created>
  <cp:lastModifiedBy>OfficeCLI</cp:lastModifiedBy>
  <dcterms:modified xsi:type="dcterms:W3CDTF">2026-08-05T23:31:15Z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2026-08-05T23:31:16Z</vt:lpwstr>
  </op:property>
</op:Properties>
</file>
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ffc7772e6574ed1" /><Relationship Type="http://schemas.openxmlformats.org/package/2006/relationships/metadata/core-properties" Target="/docProps/core.xml" Id="R9e3dc98bc33340c6" /><Relationship Type="http://schemas.openxmlformats.org/officeDocument/2006/relationships/extended-properties" Target="/docProps/app.xml" Id="R914ea54c21c24739" /><Relationship Type="http://schemas.openxmlformats.org/officeDocument/2006/relationships/custom-properties" Target="/docProps/custom.xml" Id="Rb71376a828bd44b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4f28fec9c3ea48e4"/>
  </p:notesMasterIdLst>
  <p:sldIdLst>
    <p:sldId id="256" r:id="R47e138ee09864516"/>
    <p:sldId id="257" r:id="R683fa321a2084bae"/>
    <p:sldId id="258" r:id="R1621595ac6a94430"/>
    <p:sldId id="259" r:id="R428d9cfa2b684bb9"/>
    <p:sldId id="260" r:id="Rfbc1d58c0acf46c1"/>
    <p:sldId id="261" r:id="Rfcf292f88e3c4ec8"/>
    <p:sldId id="262" r:id="Ra3f12cb4c9954b63"/>
    <p:sldId id="263" r:id="Rcb24d9d42d5e4f26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47e138ee09864516" /><Relationship Type="http://schemas.openxmlformats.org/officeDocument/2006/relationships/notesMaster" Target="/ppt/notesMasters/notesMaster1.xml" Id="R4f28fec9c3ea48e4" /><Relationship Type="http://schemas.openxmlformats.org/officeDocument/2006/relationships/slide" Target="/ppt/slides/slide2.xml" Id="R683fa321a2084bae" /><Relationship Type="http://schemas.openxmlformats.org/officeDocument/2006/relationships/slide" Target="/ppt/slides/slide3.xml" Id="R1621595ac6a94430" /><Relationship Type="http://schemas.openxmlformats.org/officeDocument/2006/relationships/slide" Target="/ppt/slides/slide4.xml" Id="R428d9cfa2b684bb9" /><Relationship Type="http://schemas.openxmlformats.org/officeDocument/2006/relationships/slide" Target="/ppt/slides/slide5.xml" Id="Rfbc1d58c0acf46c1" /><Relationship Type="http://schemas.openxmlformats.org/officeDocument/2006/relationships/slide" Target="/ppt/slides/slide6.xml" Id="Rfcf292f88e3c4ec8" /><Relationship Type="http://schemas.openxmlformats.org/officeDocument/2006/relationships/slide" Target="/ppt/slides/slide7.xml" Id="Ra3f12cb4c9954b63" /><Relationship Type="http://schemas.openxmlformats.org/officeDocument/2006/relationships/slide" Target="/ppt/slides/slide8.xml" Id="Rcb24d9d42d5e4f2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d242abacc744074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783fc2956ea4ec3" /><Relationship Type="http://schemas.openxmlformats.org/officeDocument/2006/relationships/slide" Target="/ppt/slides/slide1.xml" Id="R026c18e12c6841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75447e9c2684783" /><Relationship Type="http://schemas.openxmlformats.org/officeDocument/2006/relationships/slide" Target="/ppt/slides/slide2.xml" Id="R0e59f104e61e45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bbd9ba149cc495d" /><Relationship Type="http://schemas.openxmlformats.org/officeDocument/2006/relationships/slide" Target="/ppt/slides/slide3.xml" Id="Rdb1aaaca453a4b0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7eecb83d8d24f02" /><Relationship Type="http://schemas.openxmlformats.org/officeDocument/2006/relationships/slide" Target="/ppt/slides/slide4.xml" Id="R11ce3c2868514b7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a2324d19bdd47ce" /><Relationship Type="http://schemas.openxmlformats.org/officeDocument/2006/relationships/slide" Target="/ppt/slides/slide5.xml" Id="R51b68f370940451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c50624a3ba34aa4" /><Relationship Type="http://schemas.openxmlformats.org/officeDocument/2006/relationships/slide" Target="/ppt/slides/slide6.xml" Id="Rf5ef41837c1b46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f85e3d05afe498b" /><Relationship Type="http://schemas.openxmlformats.org/officeDocument/2006/relationships/slide" Target="/ppt/slides/slide7.xml" Id="R859151222ddb46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669a7f0144f4c59" /><Relationship Type="http://schemas.openxmlformats.org/officeDocument/2006/relationships/slide" Target="/ppt/slides/slide8.xml" Id="Rfa32ba3fcd724be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Org &amp; people effectiveness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Team health + capacity scorecard (managing up)</a:t>
            </a:r>
          </a:p>
          <a:p xmlns:a="http://schemas.openxmlformats.org/drawingml/2006/main">
            <a:r>
              <a:rPr lang="en-US"/>
              <a:t>The Engineering Manager — Managing upwards: https://www.theengineeringmanager.com/management-101/managing-upwards/</a:t>
            </a:r>
          </a:p>
          <a:p xmlns:a="http://schemas.openxmlformats.org/drawingml/2006/main">
            <a:r>
              <a:rPr lang="en-US"/>
              <a:t>Netflix culture (public) — talent density language only: https://jobs.netflix.com/culture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Team health + capacity scorecard (managing up)</a:t>
            </a:r>
          </a:p>
          <a:p xmlns:a="http://schemas.openxmlformats.org/drawingml/2006/main">
            <a:r>
              <a:rPr lang="en-US"/>
              <a:t>The Engineering Manager — Managing upwards: https://www.theengineeringmanager.com/management-101/managing-upwards/</a:t>
            </a:r>
          </a:p>
          <a:p xmlns:a="http://schemas.openxmlformats.org/drawingml/2006/main">
            <a:r>
              <a:rPr lang="en-US"/>
              <a:t>Netflix culture (public) — talent density language only: https://jobs.netflix.com/culture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End with one clear ask or explicit none.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Scorecard language.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Do not mix B into this pie unlabeled.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No public naming/shaming.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End with one clear ask or explicit none.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612fed0d19438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6de29beccc424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4afc0ab3e8445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16b1677adb421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5ebc918d52497e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61a72eacf9474d30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0059ea16d34069" /><Relationship Type="http://schemas.openxmlformats.org/officeDocument/2006/relationships/notesSlide" Target="/ppt/notesSlides/notesSlide1.xml" Id="R98b85b3a113749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2397debae48ca" /><Relationship Type="http://schemas.openxmlformats.org/officeDocument/2006/relationships/notesSlide" Target="/ppt/notesSlides/notesSlide2.xml" Id="Rb329643ca4ad4c2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a8262a74ed45ce" /><Relationship Type="http://schemas.openxmlformats.org/officeDocument/2006/relationships/notesSlide" Target="/ppt/notesSlides/notesSlide3.xml" Id="R8f44df0203fe46b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5da4b1809343b1" /><Relationship Type="http://schemas.openxmlformats.org/officeDocument/2006/relationships/notesSlide" Target="/ppt/notesSlides/notesSlide4.xml" Id="R8ff94418a8434b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88191af6be4851" /><Relationship Type="http://schemas.openxmlformats.org/officeDocument/2006/relationships/notesSlide" Target="/ppt/notesSlides/notesSlide5.xml" Id="Rdfcdc4c559954e9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7de3a4a97048e7" /><Relationship Type="http://schemas.openxmlformats.org/officeDocument/2006/relationships/notesSlide" Target="/ppt/notesSlides/notesSlide6.xml" Id="R51822098740d45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1e0f7c23e94b9b" /><Relationship Type="http://schemas.openxmlformats.org/officeDocument/2006/relationships/notesSlide" Target="/ppt/notesSlides/notesSlide7.xml" Id="R129f7d81592141e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617b24f6fb4748" /><Relationship Type="http://schemas.openxmlformats.org/officeDocument/2006/relationships/notesSlide" Target="/ppt/notesSlides/notesSlide8.xml" Id="Rddaecb9a56124b0b" /></Relationships>
</file>

<file path=ppt/slides/slide1.xml><?xml version="1.0" encoding="utf-8"?>
<p:sld xmlns:p="http://schemas.openxmlformats.org/presentationml/2006/main">
  <p:cSld name="Org &amp; people effectiveness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03  ·  MANAGEMENT EFFECTIVENESS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Org &amp; people effectiveness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Delivery + system health + people — for your manager 1:1 / org review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Team health + capacity scorecard (managing up)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Team health + capacity scorecard (managing up)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The Engineering Manager — Managing upwards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https://www.theengineeringmanager.com/management-101/managing-upwards/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Netflix culture (public) — talent density language only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https://jobs.netflix.com/culture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CONTENT TEMPLATE ONLY — do not copy visual design (colors, margins, fonts) as a brand system.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 · assets/README.md (agent notice)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team health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team health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Delivery: GREEN/YELLOW  ·  People: …  ·  Ask: [hire / reprioritize / none]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Mandate we own: [one sentence].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Top outcomes this period: (1) … (2) … (3)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Top risk to the org: [single point / load / skill gap].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Outcomes vs commi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Outcomes vs commits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 A — Hit / Partial / Miss — evidence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 B —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 C — …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Capacity reality (context A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Capacity reality (context A)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Quarterly allocation (capacity model A):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Planned outcomes ~60–70%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Tech investment ~15–20%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Unplanned ~10–15%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HC gap: open separate context B discussion.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People &amp; capabilit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People &amp; capability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Structure / critical roles / backup risk.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Skill gaps for next horizon.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Hiring funnel status (if any).</a:t>
            </a:r>
          </a:p>
        </p:txBody>
      </p:sp>
      <p:sp>
        <p:nvSpPr>
          <p:cNvPr id="100022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3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5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96000"/>
                <a:gridCol w="3696000"/>
                <a:gridCol w="3696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Ask type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What changes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If deferred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Hire / backfill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Close capability 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Descope 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Reprioritize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Protect 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 slip on 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None this cycle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Continue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9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Primary ask: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 by: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Support needed from manager: air cover / intro / budget path.</a:t>
            </a:r>
          </a:p>
        </p:txBody>
      </p:sp>
      <p:sp>
        <p:nvSpPr>
          <p:cNvPr id="100030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2026-08-06T00:05:43Z</dcterms:created>
  <cp:lastModifiedBy>OfficeCLI</cp:lastModifiedBy>
  <dcterms:modified xsi:type="dcterms:W3CDTF">2026-08-06T00:05:43Z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2026-08-06T00:05:44Z</vt:lpwstr>
  </op:property>
</op:Properties>
</file>
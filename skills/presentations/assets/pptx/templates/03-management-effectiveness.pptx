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fc646bbb7d14197" /><Relationship Type="http://schemas.openxmlformats.org/package/2006/relationships/metadata/core-properties" Target="/docProps/core.xml" Id="Rd414e211f6394f47" /><Relationship Type="http://schemas.openxmlformats.org/officeDocument/2006/relationships/extended-properties" Target="/docProps/app.xml" Id="R0cdaf1fb55fb44f2" /><Relationship Type="http://schemas.openxmlformats.org/officeDocument/2006/relationships/custom-properties" Target="/docProps/custom.xml" Id="R2226c928aaee454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20d0780d8e8432f"/>
  </p:notesMasterIdLst>
  <p:sldIdLst>
    <p:sldId id="256" r:id="R6f7825b561c54292"/>
    <p:sldId id="257" r:id="R16b0c535478d4b17"/>
    <p:sldId id="258" r:id="R987e75f678ab4ce2"/>
    <p:sldId id="259" r:id="R5af6318ad3d94834"/>
    <p:sldId id="260" r:id="Rb31886eb64294b21"/>
    <p:sldId id="261" r:id="R28b0e7db0b3f4fad"/>
    <p:sldId id="262" r:id="R9efe4600bab04ada"/>
    <p:sldId id="263" r:id="R94623730ac84442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f7825b561c54292" /><Relationship Type="http://schemas.openxmlformats.org/officeDocument/2006/relationships/notesMaster" Target="/ppt/notesMasters/notesMaster1.xml" Id="Re20d0780d8e8432f" /><Relationship Type="http://schemas.openxmlformats.org/officeDocument/2006/relationships/slide" Target="/ppt/slides/slide2.xml" Id="R16b0c535478d4b17" /><Relationship Type="http://schemas.openxmlformats.org/officeDocument/2006/relationships/slide" Target="/ppt/slides/slide3.xml" Id="R987e75f678ab4ce2" /><Relationship Type="http://schemas.openxmlformats.org/officeDocument/2006/relationships/slide" Target="/ppt/slides/slide4.xml" Id="R5af6318ad3d94834" /><Relationship Type="http://schemas.openxmlformats.org/officeDocument/2006/relationships/slide" Target="/ppt/slides/slide5.xml" Id="Rb31886eb64294b21" /><Relationship Type="http://schemas.openxmlformats.org/officeDocument/2006/relationships/slide" Target="/ppt/slides/slide6.xml" Id="R28b0e7db0b3f4fad" /><Relationship Type="http://schemas.openxmlformats.org/officeDocument/2006/relationships/slide" Target="/ppt/slides/slide7.xml" Id="R9efe4600bab04ada" /><Relationship Type="http://schemas.openxmlformats.org/officeDocument/2006/relationships/slide" Target="/ppt/slides/slide8.xml" Id="R94623730ac8444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a9807789e7b41b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31aa45ea6d4a6f" /><Relationship Type="http://schemas.openxmlformats.org/officeDocument/2006/relationships/slide" Target="/ppt/slides/slide1.xml" Id="Rb7e8e736c2e142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3aa45ecf554451a" /><Relationship Type="http://schemas.openxmlformats.org/officeDocument/2006/relationships/slide" Target="/ppt/slides/slide2.xml" Id="Rfa262a53482b4e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589b4dc3f4247fd" /><Relationship Type="http://schemas.openxmlformats.org/officeDocument/2006/relationships/slide" Target="/ppt/slides/slide3.xml" Id="Ree3388c2719e43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8dfa7221afd4f52" /><Relationship Type="http://schemas.openxmlformats.org/officeDocument/2006/relationships/slide" Target="/ppt/slides/slide4.xml" Id="R7d30712ac7394d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7bc1c95e0a74949" /><Relationship Type="http://schemas.openxmlformats.org/officeDocument/2006/relationships/slide" Target="/ppt/slides/slide5.xml" Id="Rdb2ad1d1553b43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9649d057fdb42cd" /><Relationship Type="http://schemas.openxmlformats.org/officeDocument/2006/relationships/slide" Target="/ppt/slides/slide6.xml" Id="R514c271ca2fc41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e830e6f27274dff" /><Relationship Type="http://schemas.openxmlformats.org/officeDocument/2006/relationships/slide" Target="/ppt/slides/slide7.xml" Id="R9b73d281aa8844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8a521f6e588456c" /><Relationship Type="http://schemas.openxmlformats.org/officeDocument/2006/relationships/slide" Target="/ppt/slides/slide8.xml" Id="R2dc655ff72104f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Org &amp; people effectiveness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 with one clear ask or explicit none.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Scorecard language.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Do not mix B into this pie unlabeled.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No public naming/shaming.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 with one clear ask or explicit none.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3fdb49f25645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45858366d046d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631f6206894d0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67daad2f9b4b2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a0730cf040494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8140199bcb14d02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631416613490b" /><Relationship Type="http://schemas.openxmlformats.org/officeDocument/2006/relationships/notesSlide" Target="/ppt/notesSlides/notesSlide1.xml" Id="R95f34681c1c548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2897543584efa" /><Relationship Type="http://schemas.openxmlformats.org/officeDocument/2006/relationships/notesSlide" Target="/ppt/notesSlides/notesSlide2.xml" Id="R28556bd3c3f64e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37e0a70374067" /><Relationship Type="http://schemas.openxmlformats.org/officeDocument/2006/relationships/notesSlide" Target="/ppt/notesSlides/notesSlide3.xml" Id="Rdadce354c56142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2a9737a6e4dbc" /><Relationship Type="http://schemas.openxmlformats.org/officeDocument/2006/relationships/notesSlide" Target="/ppt/notesSlides/notesSlide4.xml" Id="Rd018f12eee3940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13b9a97a643c7" /><Relationship Type="http://schemas.openxmlformats.org/officeDocument/2006/relationships/notesSlide" Target="/ppt/notesSlides/notesSlide5.xml" Id="R38cbef03e17d44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46c5766a4480c" /><Relationship Type="http://schemas.openxmlformats.org/officeDocument/2006/relationships/notesSlide" Target="/ppt/notesSlides/notesSlide6.xml" Id="Rcaab1a11a27649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27f74fe2a4f65" /><Relationship Type="http://schemas.openxmlformats.org/officeDocument/2006/relationships/notesSlide" Target="/ppt/notesSlides/notesSlide7.xml" Id="Rf3c044d8fad745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7086068464a83" /><Relationship Type="http://schemas.openxmlformats.org/officeDocument/2006/relationships/notesSlide" Target="/ppt/notesSlides/notesSlide8.xml" Id="R35ba89718da0456f" /></Relationships>
</file>

<file path=ppt/slides/slide1.xml><?xml version="1.0" encoding="utf-8"?>
<p:sld xmlns:p="http://schemas.openxmlformats.org/presentationml/2006/main">
  <p:cSld name="Org &amp; people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03  ·  MANAGEMENT EFFECTIVENESS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Org &amp; people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Delivery + system health + people — for your manager 1:1 / org review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Team health + capacity scorecard (managing up)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Team health + capacity scorecard (managing up)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The Engineering Manager — Managing upwards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https://www.theengineeringmanager.com/management-101/managing-upwards/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Netflix culture (public) — talent density language only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https://jobs.netflix.com/culture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team heal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team health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Delivery: GREEN/YELLOW  ·  People: …  ·  Ask: [hire / reprioritize / none]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Mandate we own: [one sentence].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outcomes this period: (1) … (2) … (3)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risk to the org: [single point / load / skill gap].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s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vs commits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A — Hit / Partial / Miss — evidence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B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C — …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apacity reality (context 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reality (context A)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Quarterly allocation (capacity model A):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Planned outcomes ~60–70%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Tech investment ~15–20%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~10–15%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HC gap: open separate context B discussion.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People &amp; capabil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People &amp; capability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Structure / critical roles / backup risk.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Skill gaps for next horizon.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funnel status (if any).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Hire / backfill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Close capability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Descope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Protect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slip on 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 this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Primary ask: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Support needed from manager: air cover / intro / budget path.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2026-08-05T23:41:21Z</dcterms:created>
  <cp:lastModifiedBy>OfficeCLI</cp:lastModifiedBy>
  <dcterms:modified xsi:type="dcterms:W3CDTF">2026-08-05T23:41:21Z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2026-08-05T23:41:22Z</vt:lpwstr>
  </op:property>
</op:Properties>
</file>
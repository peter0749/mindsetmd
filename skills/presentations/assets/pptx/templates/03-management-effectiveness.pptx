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0f6d2ff8e0c4201" /><Relationship Type="http://schemas.openxmlformats.org/package/2006/relationships/metadata/core-properties" Target="/docProps/core.xml" Id="R8aea45315c5649a0" /><Relationship Type="http://schemas.openxmlformats.org/officeDocument/2006/relationships/extended-properties" Target="/docProps/app.xml" Id="R0e9ff77d47234093" /><Relationship Type="http://schemas.openxmlformats.org/officeDocument/2006/relationships/custom-properties" Target="/docProps/custom.xml" Id="R86c6def5dc33491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15bba4c29654d5e"/>
  </p:notesMasterIdLst>
  <p:sldIdLst>
    <p:sldId id="256" r:id="R14a053e95f194d10"/>
    <p:sldId id="257" r:id="R6e3e5e1561fd4e80"/>
    <p:sldId id="258" r:id="Rd1ea73812ee44c91"/>
    <p:sldId id="259" r:id="R90030a4770354fa6"/>
    <p:sldId id="260" r:id="R214214643c224b92"/>
    <p:sldId id="261" r:id="R63379354f99c4d31"/>
    <p:sldId id="262" r:id="Rde82998560a343a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4a053e95f194d10" /><Relationship Type="http://schemas.openxmlformats.org/officeDocument/2006/relationships/notesMaster" Target="/ppt/notesMasters/notesMaster1.xml" Id="Rd15bba4c29654d5e" /><Relationship Type="http://schemas.openxmlformats.org/officeDocument/2006/relationships/slide" Target="/ppt/slides/slide2.xml" Id="R6e3e5e1561fd4e80" /><Relationship Type="http://schemas.openxmlformats.org/officeDocument/2006/relationships/slide" Target="/ppt/slides/slide3.xml" Id="Rd1ea73812ee44c91" /><Relationship Type="http://schemas.openxmlformats.org/officeDocument/2006/relationships/slide" Target="/ppt/slides/slide4.xml" Id="R90030a4770354fa6" /><Relationship Type="http://schemas.openxmlformats.org/officeDocument/2006/relationships/slide" Target="/ppt/slides/slide5.xml" Id="R214214643c224b92" /><Relationship Type="http://schemas.openxmlformats.org/officeDocument/2006/relationships/slide" Target="/ppt/slides/slide6.xml" Id="R63379354f99c4d31" /><Relationship Type="http://schemas.openxmlformats.org/officeDocument/2006/relationships/slide" Target="/ppt/slides/slide7.xml" Id="Rde82998560a343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87dd9c4463148e1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6e04f6ec5b44661" /><Relationship Type="http://schemas.openxmlformats.org/officeDocument/2006/relationships/slide" Target="/ppt/slides/slide1.xml" Id="R34bf7eec122f4b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6df62281bdf4aab" /><Relationship Type="http://schemas.openxmlformats.org/officeDocument/2006/relationships/slide" Target="/ppt/slides/slide2.xml" Id="R7080eca6a3d34d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a4ad7c07cb04595" /><Relationship Type="http://schemas.openxmlformats.org/officeDocument/2006/relationships/slide" Target="/ppt/slides/slide3.xml" Id="R514c4d009d2542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3955779d612403c" /><Relationship Type="http://schemas.openxmlformats.org/officeDocument/2006/relationships/slide" Target="/ppt/slides/slide4.xml" Id="Rfbc72852f6ad49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a9a98654b694c39" /><Relationship Type="http://schemas.openxmlformats.org/officeDocument/2006/relationships/slide" Target="/ppt/slides/slide5.xml" Id="Rab24b30d3a5149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97301acb5c34196" /><Relationship Type="http://schemas.openxmlformats.org/officeDocument/2006/relationships/slide" Target="/ppt/slides/slide6.xml" Id="R66ac9ea92ce646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bb8117a707e4317" /><Relationship Type="http://schemas.openxmlformats.org/officeDocument/2006/relationships/slide" Target="/ppt/slides/slide7.xml" Id="Rabade5818b8b48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Org &amp; people effectiveness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 with one clear ask or explicit none.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Scorecard language.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Do not mix B into this pie unlabeled.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 public naming/shaming.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 with one clear ask or explicit none.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f8551d35c246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e36671e887452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5ddac52425452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4156df715b430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e6c1fd256b42b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56224749d054a3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b6adc784a4852" /><Relationship Type="http://schemas.openxmlformats.org/officeDocument/2006/relationships/notesSlide" Target="/ppt/notesSlides/notesSlide1.xml" Id="R25090bf902074b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91338e6a74f30" /><Relationship Type="http://schemas.openxmlformats.org/officeDocument/2006/relationships/notesSlide" Target="/ppt/notesSlides/notesSlide2.xml" Id="R2eb1425e478145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c7c0681d24972" /><Relationship Type="http://schemas.openxmlformats.org/officeDocument/2006/relationships/notesSlide" Target="/ppt/notesSlides/notesSlide3.xml" Id="R0f1422e09c714b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c208a87784b9a" /><Relationship Type="http://schemas.openxmlformats.org/officeDocument/2006/relationships/notesSlide" Target="/ppt/notesSlides/notesSlide4.xml" Id="Reeedc5db229248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77b9f80db449c" /><Relationship Type="http://schemas.openxmlformats.org/officeDocument/2006/relationships/notesSlide" Target="/ppt/notesSlides/notesSlide5.xml" Id="Re9088f0079c44f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6ec5aef9c4289" /><Relationship Type="http://schemas.openxmlformats.org/officeDocument/2006/relationships/notesSlide" Target="/ppt/notesSlides/notesSlide6.xml" Id="Rdab3e04012ed48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1955ba1e94f9a" /><Relationship Type="http://schemas.openxmlformats.org/officeDocument/2006/relationships/notesSlide" Target="/ppt/notesSlides/notesSlide7.xml" Id="R5658fb2411ec4671" /></Relationships>
</file>

<file path=ppt/slides/slide1.xml><?xml version="1.0" encoding="utf-8"?>
<p:sld xmlns:p="http://schemas.openxmlformats.org/presentationml/2006/main">
  <p:cSld name="Org &amp; people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MANAGEMENT EFFECTIVENESS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Org &amp; people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Delivery + system health + people — for your manager 1:1 / org review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team heal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team health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GREEN/YELLOW  ·  People: …  ·  Ask: [hire / reprioritize / none]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 we own: [one sentence].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outcomes this period: (1) … (2) … (3)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 to the org: [single point / load / skill gap].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A — Hit / Partial / Miss — evidence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B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C — …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Quarterly allocation (capacity model A):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outcomes ~60–70%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~15–20%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~10–15%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HC gap: open separate context B discussion.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Structure / critical roles / backup risk.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Skill gaps for next horizon.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funnel status (if any).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Hire / backfill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Close capability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Descope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Protect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slip on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 this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Support needed from manager: air cover / intro / budget path.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2026-08-05T23:16:46Z</dcterms:created>
  <cp:lastModifiedBy>OfficeCLI</cp:lastModifiedBy>
  <dcterms:modified xsi:type="dcterms:W3CDTF">2026-08-05T23:16:46Z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2026-08-05T23:16:48Z</vt:lpwstr>
  </op:property>
</op:Properties>
</file>
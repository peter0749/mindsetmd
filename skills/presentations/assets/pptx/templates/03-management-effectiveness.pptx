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f4da9159fea4b83" /><Relationship Type="http://schemas.openxmlformats.org/package/2006/relationships/metadata/core-properties" Target="/docProps/core.xml" Id="Rb8869b63fd6b463d" /><Relationship Type="http://schemas.openxmlformats.org/officeDocument/2006/relationships/extended-properties" Target="/docProps/app.xml" Id="Rcf9be9a1fd9b426e" /><Relationship Type="http://schemas.openxmlformats.org/officeDocument/2006/relationships/custom-properties" Target="/docProps/custom.xml" Id="Ra6b33eea692647d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3ad12cf368e24be4"/>
  </p:notesMasterIdLst>
  <p:sldIdLst>
    <p:sldId id="256" r:id="R396a0a217cbf4fbb"/>
    <p:sldId id="257" r:id="R6f03abf5c2df4b2a"/>
    <p:sldId id="258" r:id="R727b4684229d4ec0"/>
    <p:sldId id="259" r:id="R101d9db909114ad0"/>
    <p:sldId id="260" r:id="R2a956dccb4214d9c"/>
    <p:sldId id="261" r:id="R677b3121b3184004"/>
    <p:sldId id="262" r:id="Rf0950cd156cc486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396a0a217cbf4fbb" /><Relationship Type="http://schemas.openxmlformats.org/officeDocument/2006/relationships/notesMaster" Target="/ppt/notesMasters/notesMaster1.xml" Id="R3ad12cf368e24be4" /><Relationship Type="http://schemas.openxmlformats.org/officeDocument/2006/relationships/slide" Target="/ppt/slides/slide2.xml" Id="R6f03abf5c2df4b2a" /><Relationship Type="http://schemas.openxmlformats.org/officeDocument/2006/relationships/slide" Target="/ppt/slides/slide3.xml" Id="R727b4684229d4ec0" /><Relationship Type="http://schemas.openxmlformats.org/officeDocument/2006/relationships/slide" Target="/ppt/slides/slide4.xml" Id="R101d9db909114ad0" /><Relationship Type="http://schemas.openxmlformats.org/officeDocument/2006/relationships/slide" Target="/ppt/slides/slide5.xml" Id="R2a956dccb4214d9c" /><Relationship Type="http://schemas.openxmlformats.org/officeDocument/2006/relationships/slide" Target="/ppt/slides/slide6.xml" Id="R677b3121b3184004" /><Relationship Type="http://schemas.openxmlformats.org/officeDocument/2006/relationships/slide" Target="/ppt/slides/slide7.xml" Id="Rf0950cd156cc48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e9544f3dca849e6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ff6724825c14076" /><Relationship Type="http://schemas.openxmlformats.org/officeDocument/2006/relationships/slide" Target="/ppt/slides/slide1.xml" Id="Ra49284a316e64a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4ef8c77672b4a41" /><Relationship Type="http://schemas.openxmlformats.org/officeDocument/2006/relationships/slide" Target="/ppt/slides/slide2.xml" Id="Ra337ad0fa8d548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d20868e8d864fd0" /><Relationship Type="http://schemas.openxmlformats.org/officeDocument/2006/relationships/slide" Target="/ppt/slides/slide3.xml" Id="R98da0b9e49ea4e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c977e791e664f2d" /><Relationship Type="http://schemas.openxmlformats.org/officeDocument/2006/relationships/slide" Target="/ppt/slides/slide4.xml" Id="R6192e70151be46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99e6feee0404a22" /><Relationship Type="http://schemas.openxmlformats.org/officeDocument/2006/relationships/slide" Target="/ppt/slides/slide5.xml" Id="R50b09df8cbf640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4465d62f6224311" /><Relationship Type="http://schemas.openxmlformats.org/officeDocument/2006/relationships/slide" Target="/ppt/slides/slide6.xml" Id="Ra4b2b9ec1abc4b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87191c10a9a46ee" /><Relationship Type="http://schemas.openxmlformats.org/officeDocument/2006/relationships/slide" Target="/ppt/slides/slide7.xml" Id="Ra67b627df8f742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(template). Org &amp; people effectiveness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End with one clear ask or explicit none.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Scorecard language.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Do not mix B into this pie unlabeled.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No public naming/shaming.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recommendation.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End with one clear ask or explicit none.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24aa52d0d45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b76205b19e42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cc693461cb46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a01d27010e40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d059eb4572404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6662e702072c41e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235d78fbf4e90" /><Relationship Type="http://schemas.openxmlformats.org/officeDocument/2006/relationships/notesSlide" Target="/ppt/notesSlides/notesSlide1.xml" Id="Rbf0c8e2d4b374d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94a51e3f04f21" /><Relationship Type="http://schemas.openxmlformats.org/officeDocument/2006/relationships/notesSlide" Target="/ppt/notesSlides/notesSlide2.xml" Id="Ree37cf747a7946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0ed2952244a5a" /><Relationship Type="http://schemas.openxmlformats.org/officeDocument/2006/relationships/notesSlide" Target="/ppt/notesSlides/notesSlide3.xml" Id="R6711c1e1ac6f47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7b81f8bf646d9" /><Relationship Type="http://schemas.openxmlformats.org/officeDocument/2006/relationships/notesSlide" Target="/ppt/notesSlides/notesSlide4.xml" Id="R15eb2a5ef2e443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15d426b794bef" /><Relationship Type="http://schemas.openxmlformats.org/officeDocument/2006/relationships/notesSlide" Target="/ppt/notesSlides/notesSlide5.xml" Id="R83850605d14042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0ac8a04704fb1" /><Relationship Type="http://schemas.openxmlformats.org/officeDocument/2006/relationships/notesSlide" Target="/ppt/notesSlides/notesSlide6.xml" Id="R55205b1bb86d48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1a56ce31e4eec" /><Relationship Type="http://schemas.openxmlformats.org/officeDocument/2006/relationships/notesSlide" Target="/ppt/notesSlides/notesSlide7.xml" Id="R77d8ae608693460f" /></Relationships>
</file>

<file path=ppt/slides/slide1.xml><?xml version="1.0" encoding="utf-8"?>
<p:sld xmlns:p="http://schemas.openxmlformats.org/presentationml/2006/main">
  <p:cSld name="Org &amp; people effectiveness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04000" y="1008000"/>
            <a:ext cx="11088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CADCFC"/>
                </a:solidFill>
                <a:latin typeface="Calibri"/>
                <a:ea typeface="Calibri"/>
              </a:rPr>
              <a:t>SCENARIO 03  ·  MANAGEMENT EFFECTIVENESS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04000" y="1440000"/>
            <a:ext cx="11088000" cy="93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  <a:latin typeface="Calibri"/>
                <a:ea typeface="Calibri"/>
              </a:rPr>
              <a:t>Org &amp; people effectiveness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04000" y="2520000"/>
            <a:ext cx="11088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CADCFC"/>
                </a:solidFill>
                <a:latin typeface="Calibri"/>
                <a:ea typeface="Calibri"/>
              </a:rPr>
              <a:t>Delivery + system health + people — for your manager 1:1 / org review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04000" y="5976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A0AEC0"/>
                </a:solidFill>
                <a:latin typeface="Calibri"/>
                <a:ea typeface="Calibri"/>
              </a:rPr>
              <a:t>TEMPLATE  ·  Team X  ·  Program Alpha  ·  Qn YYYY  ·  TEMPLATE — replace placeholders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BLUF — team health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4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05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BLUF — team health</a:t>
            </a:r>
          </a:p>
        </p:txBody>
      </p:sp>
      <p:sp>
        <p:nvSpPr>
          <p:cNvPr id="100006" name="TextBox 3"/>
          <p:cNvSpPr txBox="1"/>
          <p:nvPr/>
        </p:nvSpPr>
        <p:spPr>
          <a:xfrm xmlns:a="http://schemas.openxmlformats.org/drawingml/2006/main">
            <a:off x="504000" y="1260000"/>
            <a:ext cx="110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Delivery: GREEN/YELLOW  ·  People: …  ·  Ask: [hire / reprioritize / none]</a:t>
            </a:r>
          </a:p>
        </p:txBody>
      </p:sp>
      <p:sp>
        <p:nvSpPr>
          <p:cNvPr id="100007" name="TextBox 4"/>
          <p:cNvSpPr txBox="1"/>
          <p:nvPr/>
        </p:nvSpPr>
        <p:spPr>
          <a:xfrm xmlns:a="http://schemas.openxmlformats.org/drawingml/2006/main">
            <a:off x="504000" y="1980000"/>
            <a:ext cx="11088000" cy="42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Mandate we own: [one sentence].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Top outcomes this period: (1) … (2) … (3)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Top risk to the org: [single point / load / skill gap].</a:t>
            </a:r>
          </a:p>
        </p:txBody>
      </p:sp>
      <p:sp>
        <p:nvSpPr>
          <p:cNvPr id="100008" name="TextBox 5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Outcomes vs commits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Outcomes vs commits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Commit A — Hit / Partial / Miss — evidence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Commit B —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Commit C — …</a:t>
            </a:r>
          </a:p>
        </p:txBody>
      </p:sp>
      <p:sp>
        <p:nvSpPr>
          <p:cNvPr id="100011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 name="Capacity reality (context A)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2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Capacity reality (context A)</a:t>
            </a:r>
          </a:p>
        </p:txBody>
      </p:sp>
      <p:sp>
        <p:nvSpPr>
          <p:cNvPr id="100013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Quarterly allocation (capacity model A):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Planned outcomes ~60–70%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Tech investment ~15–20%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Unplanned ~10–15%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If HC gap: open separate context B discussion.</a:t>
            </a:r>
          </a:p>
        </p:txBody>
      </p:sp>
      <p:sp>
        <p:nvSpPr>
          <p:cNvPr id="100014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 name="People &amp; capability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5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People &amp; capability</a:t>
            </a:r>
          </a:p>
        </p:txBody>
      </p:sp>
      <p:sp>
        <p:nvSpPr>
          <p:cNvPr id="100016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Structure / critical roles / backup risk.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Skill gaps for next horizon.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Hiring funnel status (if any).</a:t>
            </a:r>
          </a:p>
        </p:txBody>
      </p:sp>
      <p:sp>
        <p:nvSpPr>
          <p:cNvPr id="100017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name="Options &amp; recommendatio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8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Options &amp; recommendation</a:t>
            </a:r>
          </a:p>
        </p:txBody>
      </p:sp>
      <p:sp>
        <p:nvSpPr>
          <p:cNvPr id="100019" name="TextBox 2"/>
          <p:cNvSpPr txBox="1"/>
          <p:nvPr/>
        </p:nvSpPr>
        <p:spPr>
          <a:xfrm xmlns:a="http://schemas.openxmlformats.org/drawingml/2006/main">
            <a:off x="504000" y="1224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marked REC. Decision owner picks by the date on the Ask slide.</a:t>
            </a:r>
          </a:p>
        </p:txBody>
      </p:sp>
      <p:graphicFrame>
        <p:nvGraphicFramePr>
          <p:cNvPr id="100020" name="Table 1"/>
          <p:cNvGraphicFramePr/>
          <p:nvPr/>
        </p:nvGraphicFramePr>
        <p:xfrm>
          <a:off xmlns:a="http://schemas.openxmlformats.org/drawingml/2006/main" x="504000" y="1692000"/>
          <a:ext xmlns:a="http://schemas.openxmlformats.org/drawingml/2006/main" cx="11088000" cy="414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96000"/>
                <a:gridCol w="3696000"/>
                <a:gridCol w="3696000"/>
              </a:tblGrid>
              <a:tr h="10350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Ask type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What changes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If deferred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Hire / backfill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Close capability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Descope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Reprioritize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Protect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Accept slip on 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None this 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Continue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21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 name="Decision &amp; ask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2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23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Decision &amp; ask</a:t>
            </a:r>
          </a:p>
        </p:txBody>
      </p:sp>
      <p:sp>
        <p:nvSpPr>
          <p:cNvPr id="100024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Primary ask: …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Decision by: …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Support needed from manager: air cover / intro / budget path.</a:t>
            </a:r>
          </a:p>
        </p:txBody>
      </p:sp>
      <p:sp>
        <p:nvSpPr>
          <p:cNvPr id="100025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2026-08-05T23:30:43Z</dcterms:created>
  <cp:lastModifiedBy>OfficeCLI</cp:lastModifiedBy>
  <dcterms:modified xsi:type="dcterms:W3CDTF">2026-08-05T23:30:43Z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2026-08-05T23:30:44Z</vt:lpwstr>
  </op:property>
</op:Properties>
</file>
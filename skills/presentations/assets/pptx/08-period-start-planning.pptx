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ae5ad420a46448e" /><Relationship Type="http://schemas.openxmlformats.org/package/2006/relationships/metadata/core-properties" Target="/docProps/core.xml" Id="Rd8c9ef2378b647f8" /><Relationship Type="http://schemas.openxmlformats.org/officeDocument/2006/relationships/extended-properties" Target="/docProps/app.xml" Id="Rb384e14ada304c62" /><Relationship Type="http://schemas.openxmlformats.org/officeDocument/2006/relationships/custom-properties" Target="/docProps/custom.xml" Id="R92ed8a4d298d41e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1bd60819609472d"/>
  </p:notesMasterIdLst>
  <p:sldIdLst>
    <p:sldId id="256" r:id="R2b110e2d9232402f"/>
    <p:sldId id="257" r:id="R1dc688ba562c4eb0"/>
    <p:sldId id="258" r:id="Rc99c8ea6e0384ad1"/>
    <p:sldId id="259" r:id="Rd7e12a49bcd04477"/>
    <p:sldId id="260" r:id="R19da5af028a547be"/>
    <p:sldId id="261" r:id="Rf15aa7aa9bd84e3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b110e2d9232402f" /><Relationship Type="http://schemas.openxmlformats.org/officeDocument/2006/relationships/notesMaster" Target="/ppt/notesMasters/notesMaster1.xml" Id="R51bd60819609472d" /><Relationship Type="http://schemas.openxmlformats.org/officeDocument/2006/relationships/slide" Target="/ppt/slides/slide2.xml" Id="R1dc688ba562c4eb0" /><Relationship Type="http://schemas.openxmlformats.org/officeDocument/2006/relationships/slide" Target="/ppt/slides/slide3.xml" Id="Rc99c8ea6e0384ad1" /><Relationship Type="http://schemas.openxmlformats.org/officeDocument/2006/relationships/slide" Target="/ppt/slides/slide4.xml" Id="Rd7e12a49bcd04477" /><Relationship Type="http://schemas.openxmlformats.org/officeDocument/2006/relationships/slide" Target="/ppt/slides/slide5.xml" Id="R19da5af028a547be" /><Relationship Type="http://schemas.openxmlformats.org/officeDocument/2006/relationships/slide" Target="/ppt/slides/slide6.xml" Id="Rf15aa7aa9bd84e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6f6aaf9d2c45c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42603959cb4834" /><Relationship Type="http://schemas.openxmlformats.org/officeDocument/2006/relationships/slide" Target="/ppt/slides/slide1.xml" Id="R9f17dd71a720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a8edb9dfb00419f" /><Relationship Type="http://schemas.openxmlformats.org/officeDocument/2006/relationships/slide" Target="/ppt/slides/slide2.xml" Id="Rf7443646852344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d6472b9e764103" /><Relationship Type="http://schemas.openxmlformats.org/officeDocument/2006/relationships/slide" Target="/ppt/slides/slide3.xml" Id="R34f77814110d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bc1cf34db740c0" /><Relationship Type="http://schemas.openxmlformats.org/officeDocument/2006/relationships/slide" Target="/ppt/slides/slide4.xml" Id="R897826277d6f48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518a02c01347f1" /><Relationship Type="http://schemas.openxmlformats.org/officeDocument/2006/relationships/slide" Target="/ppt/slides/slide5.xml" Id="Rb06a0b5072bf4b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c8ae34278484cbe" /><Relationship Type="http://schemas.openxmlformats.org/officeDocument/2006/relationships/slide" Target="/ppt/slides/slide6.xml" Id="Rc66af6155a724c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Period-start planning commit.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Verifiable definitions of done.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Operating system, not just goals.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Shared commitment, not a wish list.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03c160b2f47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4699b330e47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964ff3f4746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9b699b39442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940f392224a7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b82baf2b4d1434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4e0a20c624a2e" /><Relationship Type="http://schemas.openxmlformats.org/officeDocument/2006/relationships/notesSlide" Target="/ppt/notesSlides/notesSlide1.xml" Id="R52fa1d0a2770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8135aa474b94" /><Relationship Type="http://schemas.openxmlformats.org/officeDocument/2006/relationships/notesSlide" Target="/ppt/notesSlides/notesSlide2.xml" Id="Rf401176b58ba46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a59033b0a4efb" /><Relationship Type="http://schemas.openxmlformats.org/officeDocument/2006/relationships/notesSlide" Target="/ppt/notesSlides/notesSlide3.xml" Id="Rb0191f8839aa47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f1a830a50468c" /><Relationship Type="http://schemas.openxmlformats.org/officeDocument/2006/relationships/notesSlide" Target="/ppt/notesSlides/notesSlide4.xml" Id="R3aa9b47e539742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3b8f0f3774867" /><Relationship Type="http://schemas.openxmlformats.org/officeDocument/2006/relationships/notesSlide" Target="/ppt/notesSlides/notesSlide5.xml" Id="Ra368733bbced4a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2bf4bd82f4e1c" /><Relationship Type="http://schemas.openxmlformats.org/officeDocument/2006/relationships/notesSlide" Target="/ppt/notesSlides/notesSlide6.xml" Id="R2c71e303a89a4d1d" /></Relationships>
</file>

<file path=ppt/slides/slide1.xml><?xml version="1.0" encoding="utf-8"?>
<p:sld xmlns:p="http://schemas.openxmlformats.org/presentationml/2006/main">
  <p:cSld name="Period-start planning commi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08  ·  PERIOD START / KICKOFF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Period-start planning commit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Commit vs stretch vs out — shared endorsement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period commit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40000" y="432000"/>
            <a:ext cx="109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A202C"/>
                </a:solidFill>
                <a:latin typeface="Calibri"/>
                <a:ea typeface="Calibri"/>
              </a:rPr>
              <a:t>BLUF — period commit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40000" y="1188000"/>
            <a:ext cx="576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Period goal: [1–3 outcomes]  ·  Ask: Endorse plan Option B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Commit level clarity: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• COMMIT — must hit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• STRETCH — conditional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• OUT — explicit not doing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Resource assumptions and gaps flagged.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Outcomes &amp; success metrics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Outcome 1 — metric — owner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Outcome 2 —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Outcome 3 — …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Milestones &amp; working agreements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Gates / launch trains / IC freezes.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Meeting cadence, intake, escalation path.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How yellow becomes visible early.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5000"/>
                <a:gridCol w="2745000"/>
                <a:gridCol w="2745000"/>
                <a:gridCol w="2745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Plan 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Resource need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Aggressive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Max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Needs +HC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Balanced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Commit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 + buffer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Conservative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Endorse Option B for the period.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Confirm dependency contracts.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Open resource path if gap remains.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2026-08-05T16:56:19Z</dcterms:created>
  <cp:lastModifiedBy>OfficeCLI</cp:lastModifiedBy>
  <dcterms:modified xsi:type="dcterms:W3CDTF">2026-08-05T16:56:19Z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2026-08-05T16:56:20Z</vt:lpwstr>
  </op:property>
</op:Properties>
</file>
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520908f28bb41f7" /><Relationship Type="http://schemas.openxmlformats.org/package/2006/relationships/metadata/core-properties" Target="/docProps/core.xml" Id="R7821a4df055e4d1e" /><Relationship Type="http://schemas.openxmlformats.org/officeDocument/2006/relationships/extended-properties" Target="/docProps/app.xml" Id="Rfb4b6016a1c14dff" /><Relationship Type="http://schemas.openxmlformats.org/officeDocument/2006/relationships/custom-properties" Target="/docProps/custom.xml" Id="Rdfe472e19a9d45c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9667ac98c2e4d09"/>
  </p:notesMasterIdLst>
  <p:sldIdLst>
    <p:sldId id="256" r:id="Rb7f4a0c61f1f487b"/>
    <p:sldId id="257" r:id="R0be5a43f671940ac"/>
    <p:sldId id="258" r:id="R00d1b9dd08d2498f"/>
    <p:sldId id="259" r:id="R9c38e0bc725542c5"/>
    <p:sldId id="260" r:id="R6b45c39e5fc64e31"/>
    <p:sldId id="261" r:id="R70beb2bd511648f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7f4a0c61f1f487b" /><Relationship Type="http://schemas.openxmlformats.org/officeDocument/2006/relationships/notesMaster" Target="/ppt/notesMasters/notesMaster1.xml" Id="R19667ac98c2e4d09" /><Relationship Type="http://schemas.openxmlformats.org/officeDocument/2006/relationships/slide" Target="/ppt/slides/slide2.xml" Id="R0be5a43f671940ac" /><Relationship Type="http://schemas.openxmlformats.org/officeDocument/2006/relationships/slide" Target="/ppt/slides/slide3.xml" Id="R00d1b9dd08d2498f" /><Relationship Type="http://schemas.openxmlformats.org/officeDocument/2006/relationships/slide" Target="/ppt/slides/slide4.xml" Id="R9c38e0bc725542c5" /><Relationship Type="http://schemas.openxmlformats.org/officeDocument/2006/relationships/slide" Target="/ppt/slides/slide5.xml" Id="R6b45c39e5fc64e31" /><Relationship Type="http://schemas.openxmlformats.org/officeDocument/2006/relationships/slide" Target="/ppt/slides/slide6.xml" Id="R70beb2bd511648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c44b59b6fec4ce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9f3b5cdcf6d4cba" /><Relationship Type="http://schemas.openxmlformats.org/officeDocument/2006/relationships/slide" Target="/ppt/slides/slide1.xml" Id="R857ea101a4c0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0c2e47c1d21453d" /><Relationship Type="http://schemas.openxmlformats.org/officeDocument/2006/relationships/slide" Target="/ppt/slides/slide2.xml" Id="Ra1025834a9b541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84a07f38f8f4781" /><Relationship Type="http://schemas.openxmlformats.org/officeDocument/2006/relationships/slide" Target="/ppt/slides/slide3.xml" Id="R803b5534e0ff4a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700885949a4f9b" /><Relationship Type="http://schemas.openxmlformats.org/officeDocument/2006/relationships/slide" Target="/ppt/slides/slide4.xml" Id="R4dbf12c1565d41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ea39d3ce4ab440d" /><Relationship Type="http://schemas.openxmlformats.org/officeDocument/2006/relationships/slide" Target="/ppt/slides/slide5.xml" Id="R3fd2941574264b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bec41324be4e7a" /><Relationship Type="http://schemas.openxmlformats.org/officeDocument/2006/relationships/slide" Target="/ppt/slides/slide6.xml" Id="Ra9a12774233948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Period-start planning commit.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Verifiable definitions of done.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Operating system, not just goals.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e55b944fbe4d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7ca498fd5a4f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fc9a0f4a948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654c27d6d46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160541b604411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75fd4a7934d4c7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437d1a25341d9" /><Relationship Type="http://schemas.openxmlformats.org/officeDocument/2006/relationships/notesSlide" Target="/ppt/notesSlides/notesSlide1.xml" Id="R737048df4e1346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bcc976fef48a7" /><Relationship Type="http://schemas.openxmlformats.org/officeDocument/2006/relationships/notesSlide" Target="/ppt/notesSlides/notesSlide2.xml" Id="R1265367aeca645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fbffa8c7c47d6" /><Relationship Type="http://schemas.openxmlformats.org/officeDocument/2006/relationships/notesSlide" Target="/ppt/notesSlides/notesSlide3.xml" Id="R87a4f4572da246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42328a2864b5a" /><Relationship Type="http://schemas.openxmlformats.org/officeDocument/2006/relationships/notesSlide" Target="/ppt/notesSlides/notesSlide4.xml" Id="R05aa8b34a1c34d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1fb94ab1e4686" /><Relationship Type="http://schemas.openxmlformats.org/officeDocument/2006/relationships/notesSlide" Target="/ppt/notesSlides/notesSlide5.xml" Id="Rf305fe8e001c49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49adf38124101" /><Relationship Type="http://schemas.openxmlformats.org/officeDocument/2006/relationships/notesSlide" Target="/ppt/notesSlides/notesSlide6.xml" Id="R0b406975b43749c3" /></Relationships>
</file>

<file path=ppt/slides/slide1.xml><?xml version="1.0" encoding="utf-8"?>
<p:sld xmlns:p="http://schemas.openxmlformats.org/presentationml/2006/main">
  <p:cSld name="Period-start planning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08  ·  PERIOD START /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Period-start planning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Commit vs stretch vs out — shared endorsement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BLUF — period commit</a:t>
            </a:r>
          </a:p>
        </p:txBody>
      </p:sp>
      <p:sp>
        <p:nvSpPr>
          <p:cNvPr id="100004" name="TextBox 2"/>
          <p:cNvSpPr txBox="1"/>
          <p:nvPr/>
        </p:nvSpPr>
        <p:spPr>
          <a:xfrm xmlns:a="http://schemas.openxmlformats.org/drawingml/2006/main">
            <a:off x="540000" y="540000"/>
            <a:ext cx="50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Period goal: [1–3 outcomes]  ·  Ask: Endorse plan Option B</a:t>
            </a:r>
          </a:p>
        </p:txBody>
      </p:sp>
      <p:sp>
        <p:nvSpPr>
          <p:cNvPr id="100006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Commit level clarity: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• COMMIT — must hit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• STRETCH — conditional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• OUT — explicit not doing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Resource assumptions and gaps flagged.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Outcomes &amp; success metrics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Outcome 1 — metric — owner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Outcome 2 —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Outcome 3 — …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Milestones &amp; working agreements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Gates / launch trains / IC freezes.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Meeting cadence, intake, escalation path.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How yellow becomes visible early.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0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5000"/>
                <a:gridCol w="2745000"/>
                <a:gridCol w="2745000"/>
                <a:gridCol w="2745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Max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+HC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Commit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+ buffer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2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Endorse Option B for the period.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Confirm dependency contracts.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Open resource path if gap remains.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2026-08-05T16:48:19Z</dcterms:created>
  <cp:lastModifiedBy>OfficeCLI</cp:lastModifiedBy>
  <dcterms:modified xsi:type="dcterms:W3CDTF">2026-08-05T16:48:19Z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2026-08-05T16:48:20Z</vt:lpwstr>
  </op:property>
</op:Properties>
</file>
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444e5e9ea8477e" /><Relationship Type="http://schemas.openxmlformats.org/package/2006/relationships/metadata/core-properties" Target="/docProps/core.xml" Id="Rabc6421027304b08" /><Relationship Type="http://schemas.openxmlformats.org/officeDocument/2006/relationships/extended-properties" Target="/docProps/app.xml" Id="R1f3490c1691a4edd" /><Relationship Type="http://schemas.openxmlformats.org/officeDocument/2006/relationships/custom-properties" Target="/docProps/custom.xml" Id="R0f0ce00e0ace46c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fd2c09308c44381"/>
  </p:notesMasterIdLst>
  <p:sldIdLst>
    <p:sldId id="256" r:id="Re8d92a95f8114bca"/>
    <p:sldId id="257" r:id="R8985b3105a7f4ce7"/>
    <p:sldId id="258" r:id="Raa6f50936cb441e6"/>
    <p:sldId id="259" r:id="Rd8123e11204a435c"/>
    <p:sldId id="260" r:id="R4e1038f42c814352"/>
    <p:sldId id="261" r:id="R357fab82ac5e4e6a"/>
    <p:sldId id="262" r:id="R2bc88020a256435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8d92a95f8114bca" /><Relationship Type="http://schemas.openxmlformats.org/officeDocument/2006/relationships/notesMaster" Target="/ppt/notesMasters/notesMaster1.xml" Id="Rbfd2c09308c44381" /><Relationship Type="http://schemas.openxmlformats.org/officeDocument/2006/relationships/slide" Target="/ppt/slides/slide2.xml" Id="R8985b3105a7f4ce7" /><Relationship Type="http://schemas.openxmlformats.org/officeDocument/2006/relationships/slide" Target="/ppt/slides/slide3.xml" Id="Raa6f50936cb441e6" /><Relationship Type="http://schemas.openxmlformats.org/officeDocument/2006/relationships/slide" Target="/ppt/slides/slide4.xml" Id="Rd8123e11204a435c" /><Relationship Type="http://schemas.openxmlformats.org/officeDocument/2006/relationships/slide" Target="/ppt/slides/slide5.xml" Id="R4e1038f42c814352" /><Relationship Type="http://schemas.openxmlformats.org/officeDocument/2006/relationships/slide" Target="/ppt/slides/slide6.xml" Id="R357fab82ac5e4e6a" /><Relationship Type="http://schemas.openxmlformats.org/officeDocument/2006/relationships/slide" Target="/ppt/slides/slide7.xml" Id="R2bc88020a256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2cdb62dc07460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650d8f33354021" /><Relationship Type="http://schemas.openxmlformats.org/officeDocument/2006/relationships/slide" Target="/ppt/slides/slide1.xml" Id="R273a6273b191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681e3b12c9b41e0" /><Relationship Type="http://schemas.openxmlformats.org/officeDocument/2006/relationships/slide" Target="/ppt/slides/slide2.xml" Id="R18b74446d209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6ff890b21943c8" /><Relationship Type="http://schemas.openxmlformats.org/officeDocument/2006/relationships/slide" Target="/ppt/slides/slide3.xml" Id="R7c0049a330f14f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f4097c9e8f4a60" /><Relationship Type="http://schemas.openxmlformats.org/officeDocument/2006/relationships/slide" Target="/ppt/slides/slide4.xml" Id="Rf759157d230242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675dbe7bc74019" /><Relationship Type="http://schemas.openxmlformats.org/officeDocument/2006/relationships/slide" Target="/ppt/slides/slide5.xml" Id="Ra19c2b2847584d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e6828bdbaa412d" /><Relationship Type="http://schemas.openxmlformats.org/officeDocument/2006/relationships/slide" Target="/ppt/slides/slide6.xml" Id="R39bac0d4a15c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c1f1f32599494d" /><Relationship Type="http://schemas.openxmlformats.org/officeDocument/2006/relationships/slide" Target="/ppt/slides/slide7.xml" Id="R461b1471560e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Roadmap &amp; planning sense.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Themes over epic dumps.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Quote capacity-model context A only.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Teach the room the rule once.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Leave with endorsed map, not a wish list.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3c78336aa42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9ed71d5bb49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bac01e79849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70fb9fb0e48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2d810e70c438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c70e14744c54c8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029f8ae2e4f1e" /><Relationship Type="http://schemas.openxmlformats.org/officeDocument/2006/relationships/notesSlide" Target="/ppt/notesSlides/notesSlide1.xml" Id="Rb8673d6efd5a41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60ff768a94943" /><Relationship Type="http://schemas.openxmlformats.org/officeDocument/2006/relationships/notesSlide" Target="/ppt/notesSlides/notesSlide2.xml" Id="R06a65238a37543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43327dbbe41ce" /><Relationship Type="http://schemas.openxmlformats.org/officeDocument/2006/relationships/notesSlide" Target="/ppt/notesSlides/notesSlide3.xml" Id="R5370118256f3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3d792e8c5428c" /><Relationship Type="http://schemas.openxmlformats.org/officeDocument/2006/relationships/notesSlide" Target="/ppt/notesSlides/notesSlide4.xml" Id="R2e7c7edc2d1d4a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576330b684f89" /><Relationship Type="http://schemas.openxmlformats.org/officeDocument/2006/relationships/notesSlide" Target="/ppt/notesSlides/notesSlide5.xml" Id="R64c91b857139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08d37d56643b9" /><Relationship Type="http://schemas.openxmlformats.org/officeDocument/2006/relationships/notesSlide" Target="/ppt/notesSlides/notesSlide6.xml" Id="R5e035b372a73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66ed73a34608" /><Relationship Type="http://schemas.openxmlformats.org/officeDocument/2006/relationships/notesSlide" Target="/ppt/notesSlides/notesSlide7.xml" Id="R0b8c0d270b2c492c" /></Relationships>
</file>

<file path=ppt/slides/slide1.xml><?xml version="1.0" encoding="utf-8"?>
<p:sld xmlns:p="http://schemas.openxmlformats.org/presentationml/2006/main">
  <p:cSld name="Roadmap &amp; planning sens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07  ·  ROADMAP REVIEW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Roadmap &amp; planning sense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Themes, capacity A, not-doing list, intake rule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BLUF — plan confidence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540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Themes T1–T3  ·  Capacity A: 60–70 / 15–20 / 10–15  ·  Decisions today: 1–2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Outcomes this horizon: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Explicit not-doing: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Dependencies: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Ask: endorse plan / choose priority call between X and Y.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Now / Next / Later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NOW: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NEXT: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LATER: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IC gates on timeline: RTL freeze / DV exit / Tape-out / sample as fits.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Capacity &amp; assumptions (A)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Planned outcomes 60–70% | Tech investment 15–20% | Unplanned 10–15%.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Assumptions: headcount stable, dep dates hold, no unfunded scope.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When assumption breaks → options, not silent heroics.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Intake rule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New work enters only if: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1) Named priority owner, and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2) Displaces something, or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3) New capacity is funded.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No silent squeeze.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5000"/>
                <a:gridCol w="2745000"/>
                <a:gridCol w="2745000"/>
                <a:gridCol w="2745000"/>
              </a:tblGrid>
              <a:tr h="12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Priority 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Displace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Call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Theme 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Theme T2 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Customer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Call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Debt tranche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Feature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Risk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Endorse roadmap for Qn.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Resolve priority calls above.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Confirm dependency owners.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2026-08-05T16:48:16Z</dcterms:created>
  <cp:lastModifiedBy>OfficeCLI</cp:lastModifiedBy>
  <dcterms:modified xsi:type="dcterms:W3CDTF">2026-08-05T16:48:16Z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2026-08-05T16:48:17Z</vt:lpwstr>
  </op:property>
</op:Properties>
</file>
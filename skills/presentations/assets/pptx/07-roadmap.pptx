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c263a0cc6c24564" /><Relationship Type="http://schemas.openxmlformats.org/package/2006/relationships/metadata/core-properties" Target="/docProps/core.xml" Id="Rb4e731cf22164339" /><Relationship Type="http://schemas.openxmlformats.org/officeDocument/2006/relationships/extended-properties" Target="/docProps/app.xml" Id="R69b334c91aed4048" /><Relationship Type="http://schemas.openxmlformats.org/officeDocument/2006/relationships/custom-properties" Target="/docProps/custom.xml" Id="R8a2ef59007e94f1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d508a727a224479"/>
  </p:notesMasterIdLst>
  <p:sldIdLst>
    <p:sldId id="256" r:id="R7f887cc12c1147e5"/>
    <p:sldId id="257" r:id="R56f77c4fb16046b8"/>
    <p:sldId id="258" r:id="R2b64be3da3a14792"/>
    <p:sldId id="259" r:id="R2b0151a45fa84f6f"/>
    <p:sldId id="260" r:id="Rfddd7fc99ae24a99"/>
    <p:sldId id="261" r:id="Rd14dcc22f80b4b98"/>
    <p:sldId id="262" r:id="R0ecf70a76d86490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f887cc12c1147e5" /><Relationship Type="http://schemas.openxmlformats.org/officeDocument/2006/relationships/notesMaster" Target="/ppt/notesMasters/notesMaster1.xml" Id="R1d508a727a224479" /><Relationship Type="http://schemas.openxmlformats.org/officeDocument/2006/relationships/slide" Target="/ppt/slides/slide2.xml" Id="R56f77c4fb16046b8" /><Relationship Type="http://schemas.openxmlformats.org/officeDocument/2006/relationships/slide" Target="/ppt/slides/slide3.xml" Id="R2b64be3da3a14792" /><Relationship Type="http://schemas.openxmlformats.org/officeDocument/2006/relationships/slide" Target="/ppt/slides/slide4.xml" Id="R2b0151a45fa84f6f" /><Relationship Type="http://schemas.openxmlformats.org/officeDocument/2006/relationships/slide" Target="/ppt/slides/slide5.xml" Id="Rfddd7fc99ae24a99" /><Relationship Type="http://schemas.openxmlformats.org/officeDocument/2006/relationships/slide" Target="/ppt/slides/slide6.xml" Id="Rd14dcc22f80b4b98" /><Relationship Type="http://schemas.openxmlformats.org/officeDocument/2006/relationships/slide" Target="/ppt/slides/slide7.xml" Id="R0ecf70a76d8649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cc26903b42642b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b0fa394aa20474c" /><Relationship Type="http://schemas.openxmlformats.org/officeDocument/2006/relationships/slide" Target="/ppt/slides/slide1.xml" Id="R0ac599655c6c48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acf56a629084751" /><Relationship Type="http://schemas.openxmlformats.org/officeDocument/2006/relationships/slide" Target="/ppt/slides/slide2.xml" Id="R44c98ff023454b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70c0acc260148c5" /><Relationship Type="http://schemas.openxmlformats.org/officeDocument/2006/relationships/slide" Target="/ppt/slides/slide3.xml" Id="R78236247872d48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6a627c84de3472b" /><Relationship Type="http://schemas.openxmlformats.org/officeDocument/2006/relationships/slide" Target="/ppt/slides/slide4.xml" Id="R999955c78de340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6bf37808e0d4321" /><Relationship Type="http://schemas.openxmlformats.org/officeDocument/2006/relationships/slide" Target="/ppt/slides/slide5.xml" Id="R91ea255664cb4c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6869a49cbe04c88" /><Relationship Type="http://schemas.openxmlformats.org/officeDocument/2006/relationships/slide" Target="/ppt/slides/slide6.xml" Id="Rb7cc1027c5524c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794a0ac405b43cc" /><Relationship Type="http://schemas.openxmlformats.org/officeDocument/2006/relationships/slide" Target="/ppt/slides/slide7.xml" Id="R19c23ff4d4c046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Roadmap &amp; planning sense.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Themes over epic dumps.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Quote capacity-model context A only.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Teach the room the rule once.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on recommendation. Avoid re-deriving analysis aloud.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Leave with endorsed map, not a wish 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6169685da4b6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ee50e1fcb449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f03f66234c41a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3538af675c4f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53b788f3a44d3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c3feea045214ac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f0790eba244488" /><Relationship Type="http://schemas.openxmlformats.org/officeDocument/2006/relationships/notesSlide" Target="/ppt/notesSlides/notesSlide1.xml" Id="Rc71edd1c1a9345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34c1c84b64f1f" /><Relationship Type="http://schemas.openxmlformats.org/officeDocument/2006/relationships/notesSlide" Target="/ppt/notesSlides/notesSlide2.xml" Id="R880c1028ca784b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b9bd2a1fb14efc" /><Relationship Type="http://schemas.openxmlformats.org/officeDocument/2006/relationships/notesSlide" Target="/ppt/notesSlides/notesSlide3.xml" Id="Re5c6b9827e1b45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2e079607344308" /><Relationship Type="http://schemas.openxmlformats.org/officeDocument/2006/relationships/notesSlide" Target="/ppt/notesSlides/notesSlide4.xml" Id="R9c1d0075761549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9c5e44d024de9" /><Relationship Type="http://schemas.openxmlformats.org/officeDocument/2006/relationships/notesSlide" Target="/ppt/notesSlides/notesSlide5.xml" Id="R8bec020633aa4d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8af95a5c14706" /><Relationship Type="http://schemas.openxmlformats.org/officeDocument/2006/relationships/notesSlide" Target="/ppt/notesSlides/notesSlide6.xml" Id="Ra647f2bb2f934c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e051fd7bf455c" /><Relationship Type="http://schemas.openxmlformats.org/officeDocument/2006/relationships/notesSlide" Target="/ppt/notesSlides/notesSlide7.xml" Id="R3440d6e966a040df" /></Relationships>
</file>

<file path=ppt/slides/slide1.xml><?xml version="1.0" encoding="utf-8"?>
<p:sld xmlns:p="http://schemas.openxmlformats.org/presentationml/2006/main">
  <p:cSld name="Roadmap &amp; planning sens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07  ·  ROADMAP REVIEW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Roadmap &amp; planning sense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Themes, capacity A, not-doing list, intake rule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plan confide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40000" y="432000"/>
            <a:ext cx="1098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A202C"/>
                </a:solidFill>
                <a:latin typeface="Calibri"/>
                <a:ea typeface="Calibri"/>
              </a:rPr>
              <a:t>BLUF — plan confidence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40000" y="1188000"/>
            <a:ext cx="576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Themes T1–T3  ·  Capacity A: 60–70 / 15–20 / 10–15  ·  Decisions today: 1–2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Outcomes this horizon: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Explicit not-doing: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Dependencies: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endorse plan / choose priority call between X and Y.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Now / Next / Later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NOW: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NEXT: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LATER: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IC gates on timeline: RTL freeze / DV exit / Tape-out / sample as fits.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Capacity &amp; assumptions (A)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Planned outcomes 60–70% | Tech investment 15–20% | Unplanned 10–15%.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Assumptions: headcount stable, dep dates hold, no unfunded scope.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When assumption breaks → options, not silent heroics.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Intake rule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New work enters only if: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1) Named priority owner, and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2) Displaces something, or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3) New capacity is funded.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No silent squeeze.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Options &amp; recommendation</a:t>
            </a:r>
          </a:p>
        </p:txBody>
      </p:sp>
      <p:sp>
        <p:nvSpPr>
          <p:cNvPr id="100011" name="TextBox 2"/>
          <p:cNvSpPr txBox="1"/>
          <p:nvPr/>
        </p:nvSpPr>
        <p:spPr>
          <a:xfrm xmlns:a="http://schemas.openxmlformats.org/drawingml/2006/main">
            <a:off x="540000" y="1404000"/>
            <a:ext cx="1098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bold in the table. Decision owner must pick by the date on the Ask slide.</a:t>
            </a:r>
          </a:p>
        </p:txBody>
      </p:sp>
      <p:graphicFrame>
        <p:nvGraphicFramePr>
          <p:cNvPr id="100012" name="Table 1"/>
          <p:cNvGraphicFramePr/>
          <p:nvPr/>
        </p:nvGraphicFramePr>
        <p:xfrm>
          <a:off xmlns:a="http://schemas.openxmlformats.org/drawingml/2006/main" x="540000" y="1944000"/>
          <a:ext xmlns:a="http://schemas.openxmlformats.org/drawingml/2006/main" cx="1098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45000"/>
                <a:gridCol w="2745000"/>
                <a:gridCol w="2745000"/>
                <a:gridCol w="2745000"/>
              </a:tblGrid>
              <a:tr h="1200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Call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Theme 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Theme T2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Call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Debt tranche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Feature 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Risk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Endorse roadmap for Qn.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Resolve priority calls above.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Confirm dependency owners.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2026-08-05T16:56:16Z</dcterms:created>
  <cp:lastModifiedBy>OfficeCLI</cp:lastModifiedBy>
  <dcterms:modified xsi:type="dcterms:W3CDTF">2026-08-05T16:56:16Z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2026-08-05T16:56:17Z</vt:lpwstr>
  </op:property>
</op:Properties>
</file>
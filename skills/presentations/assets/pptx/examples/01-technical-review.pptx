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2efa9bbc7384238" /><Relationship Type="http://schemas.openxmlformats.org/package/2006/relationships/metadata/core-properties" Target="/docProps/core.xml" Id="R054c5c29808f490a" /><Relationship Type="http://schemas.openxmlformats.org/officeDocument/2006/relationships/extended-properties" Target="/docProps/app.xml" Id="Raa4c68cbe76c49e5" /><Relationship Type="http://schemas.openxmlformats.org/officeDocument/2006/relationships/custom-properties" Target="/docProps/custom.xml" Id="Rdb2d1d035550412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956c1dee84b046f9"/>
  </p:notesMasterIdLst>
  <p:sldIdLst>
    <p:sldId id="256" r:id="R04e2db6b0334436c"/>
    <p:sldId id="257" r:id="R4063417af8ac454b"/>
    <p:sldId id="258" r:id="Re2e05036ed664316"/>
    <p:sldId id="259" r:id="R434c96df45f74d16"/>
    <p:sldId id="260" r:id="Re92582b376ed4107"/>
    <p:sldId id="261" r:id="Raf60c322de6e48e3"/>
    <p:sldId id="262" r:id="R544065e46e254399"/>
    <p:sldId id="263" r:id="Rc997902de75946c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04e2db6b0334436c" /><Relationship Type="http://schemas.openxmlformats.org/officeDocument/2006/relationships/notesMaster" Target="/ppt/notesMasters/notesMaster1.xml" Id="R956c1dee84b046f9" /><Relationship Type="http://schemas.openxmlformats.org/officeDocument/2006/relationships/slide" Target="/ppt/slides/slide2.xml" Id="R4063417af8ac454b" /><Relationship Type="http://schemas.openxmlformats.org/officeDocument/2006/relationships/slide" Target="/ppt/slides/slide3.xml" Id="Re2e05036ed664316" /><Relationship Type="http://schemas.openxmlformats.org/officeDocument/2006/relationships/slide" Target="/ppt/slides/slide4.xml" Id="R434c96df45f74d16" /><Relationship Type="http://schemas.openxmlformats.org/officeDocument/2006/relationships/slide" Target="/ppt/slides/slide5.xml" Id="Re92582b376ed4107" /><Relationship Type="http://schemas.openxmlformats.org/officeDocument/2006/relationships/slide" Target="/ppt/slides/slide6.xml" Id="Raf60c322de6e48e3" /><Relationship Type="http://schemas.openxmlformats.org/officeDocument/2006/relationships/slide" Target="/ppt/slides/slide7.xml" Id="R544065e46e254399" /><Relationship Type="http://schemas.openxmlformats.org/officeDocument/2006/relationships/slide" Target="/ppt/slides/slide8.xml" Id="Rc997902de75946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ea0b85b0f304b6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186871572f54da0" /><Relationship Type="http://schemas.openxmlformats.org/officeDocument/2006/relationships/slide" Target="/ppt/slides/slide1.xml" Id="Rce747f38928f4d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0cfa67ceba244ad" /><Relationship Type="http://schemas.openxmlformats.org/officeDocument/2006/relationships/slide" Target="/ppt/slides/slide2.xml" Id="R807cf5c734e147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784c3b8be69422e" /><Relationship Type="http://schemas.openxmlformats.org/officeDocument/2006/relationships/slide" Target="/ppt/slides/slide3.xml" Id="R037c92491a854c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b19ce43e2fa4992" /><Relationship Type="http://schemas.openxmlformats.org/officeDocument/2006/relationships/slide" Target="/ppt/slides/slide4.xml" Id="R0209c17814d848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d28cb832bbe4a6d" /><Relationship Type="http://schemas.openxmlformats.org/officeDocument/2006/relationships/slide" Target="/ppt/slides/slide5.xml" Id="Rde3b2b5c7ccd40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816a08db55d43d8" /><Relationship Type="http://schemas.openxmlformats.org/officeDocument/2006/relationships/slide" Target="/ppt/slides/slide6.xml" Id="R3f4d766c6c424a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c0395f0d4274b16" /><Relationship Type="http://schemas.openxmlformats.org/officeDocument/2006/relationships/slide" Target="/ppt/slides/slide7.xml" Id="Rd1f6673c90914e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ff41726ff814462" /><Relationship Type="http://schemas.openxmlformats.org/officeDocument/2006/relationships/slide" Target="/ppt/slides/slide8.xml" Id="Rf17d0c576eb04b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Aurora AON clock: freeze on time via phased strap, dual-mux deferred to revB.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Design-doc / RFC options table + residual risk</a:t>
            </a:r>
          </a:p>
          <a:p xmlns:a="http://schemas.openxmlformats.org/drawingml/2006/main">
            <a:r>
              <a:rPr lang="en-US"/>
              <a:t>StaffEng — Writing engineering strategy: https://staffeng.com/guides/engineering-strategy/</a:t>
            </a:r>
          </a:p>
          <a:p xmlns:a="http://schemas.openxmlformats.org/drawingml/2006/main">
            <a:r>
              <a:rPr lang="en-US"/>
              <a:t>Utterskills — options instead of single conclusion: https://utterskills.com/blog/communication-skills-for-software-engineers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Design-doc / RFC options table + residual risk</a:t>
            </a:r>
          </a:p>
          <a:p xmlns:a="http://schemas.openxmlformats.org/drawingml/2006/main">
            <a:r>
              <a:rPr lang="en-US"/>
              <a:t>StaffEng — Writing engineering strategy: https://staffeng.com/guides/engineering-strategy/</a:t>
            </a:r>
          </a:p>
          <a:p xmlns:a="http://schemas.openxmlformats.org/drawingml/2006/main">
            <a:r>
              <a:rPr lang="en-US"/>
              <a:t>Utterskills — options instead of single conclusion: https://utterskills.com/blog/communication-skills-for-software-engineers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Customer SKU power-exit is the business hook.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page; point to RFC-AURORA-117 for waveforms.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Residual risk is explicit for silicon.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00e652c1614f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d83e29e03e4d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95ae53940543a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93cd577d9d46f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7abf56beb46fc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7f0c8351b7f9481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7ae790bb94c2e" /><Relationship Type="http://schemas.openxmlformats.org/officeDocument/2006/relationships/notesSlide" Target="/ppt/notesSlides/notesSlide1.xml" Id="R9e0799f096d44f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f9bc6462b47ba" /><Relationship Type="http://schemas.openxmlformats.org/officeDocument/2006/relationships/notesSlide" Target="/ppt/notesSlides/notesSlide2.xml" Id="Rd3cdec1a2005448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980563b81e4ad5" /><Relationship Type="http://schemas.openxmlformats.org/officeDocument/2006/relationships/notesSlide" Target="/ppt/notesSlides/notesSlide3.xml" Id="Rc34be3789bd04f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33d0093ec84814" /><Relationship Type="http://schemas.openxmlformats.org/officeDocument/2006/relationships/notesSlide" Target="/ppt/notesSlides/notesSlide4.xml" Id="R12f70b3f658d47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13df4bd9b4f7c" /><Relationship Type="http://schemas.openxmlformats.org/officeDocument/2006/relationships/notesSlide" Target="/ppt/notesSlides/notesSlide5.xml" Id="R9d620976257042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e8b3f215c64cc6" /><Relationship Type="http://schemas.openxmlformats.org/officeDocument/2006/relationships/notesSlide" Target="/ppt/notesSlides/notesSlide6.xml" Id="R7f73336e2cc34a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84ae24e52437b" /><Relationship Type="http://schemas.openxmlformats.org/officeDocument/2006/relationships/notesSlide" Target="/ppt/notesSlides/notesSlide7.xml" Id="R9b16f65dae2d44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5dd80c0fa4438" /><Relationship Type="http://schemas.openxmlformats.org/officeDocument/2006/relationships/notesSlide" Target="/ppt/notesSlides/notesSlide8.xml" Id="R4a56f572ce4b40dd" /></Relationships>
</file>

<file path=ppt/slides/slide1.xml><?xml version="1.0" encoding="utf-8"?>
<p:sld xmlns:p="http://schemas.openxmlformats.org/presentationml/2006/main">
  <p:cSld name="Aurora: always-on domain clock decision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01  ·  EXAMPLE  ·  AURORA POWER DOMAIN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Aurora: always-on domain clock decision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Design freeze for AON clock mux — needed before RTL freeze 2026-04-10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Design-doc / RFC options table + residual risk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Design-doc / RFC options table + residual risk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Writing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Utterskills — options instead of single conclusion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https://utterskills.com/blog/communication-skills-for-software-engineers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approve phased clock mux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phased clock mux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YELLOW  ·  Recommend Option B  ·  Decide by Fri 2026-03-20 (Morgan)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Goal: freeze AON clock architecture so DV can lock assertions before RTL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Difficulty: Full dual-source mux + glitchless switch needs +3 eng-weeks and threatens 4/10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Recommendation: Option B — single-source AON at freeze; dual-source behind feature strap for revB.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decision by Friday: default is Option C (keep dual mux in RTL) with accepted freeze slip risk.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Problem, goal, constrai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Problem, goal, constraints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Problem: Always-on domain can brown-out during deep-sleep exit if clock source switches mid-transition; field risk on mobile SKUs.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AON boots glitch-free across 3 corners in UVM; RTL freeze stays 4/10.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Constraints: freeze 4/10 · package power budget · PMIC IP delivers 3/28 · Atlas has 2 clock experts.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Design sketch (one page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Design sketch (one page)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island ← clock mux ← {XO, RCOSC}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   └─ strap: DUAL_SRC_EN (default 0 at freeze)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RevA (freeze): XO only + monitored RCOSC free-run (no switch).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RevB: enable glitchless mux after silicon learnings.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 of scope today: full PMIC firmware; DV scoreboard details (annex).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Risks &amp; mitigations (top 3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&amp; mitigations (top 3)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RCOSC accuracy in cold boot — mitigate: characterize in bring-up; owner: Mina (analog).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Late PMIC IP change — mitigate: freeze interface table 3/28; owner: Ken (IP).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DV coverage hole on sleep-exit — mitigate: 2 dedicated sequences this sprint; owner: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after B: no glitchless dual-switch on first silicon (accepted for revA).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Full dual mux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Complete AON switch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→ 5/01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DV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+3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strap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XO path frozen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4/10 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+0.5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Keep dual in RTL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scope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Likely slip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 freeze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needed: Approve Option B for Aurora AON clock at freeze.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(VP Eng) with Alex Chen executing.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Friday 2026-03-20 EOD.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Follow-ups: publish RFC-AURORA-117 rev; notify PMIC + package; add revB dual-mux to H2 roadmap.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2026-08-05T23:41:13Z</dcterms:created>
  <cp:lastModifiedBy>OfficeCLI</cp:lastModifiedBy>
  <dcterms:modified xsi:type="dcterms:W3CDTF">2026-08-05T23:41:13Z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2026-08-05T23:41:14Z</vt:lpwstr>
  </op:property>
</op:Properties>
</file>
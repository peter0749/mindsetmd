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75c6d24b1984f34" /><Relationship Type="http://schemas.openxmlformats.org/package/2006/relationships/metadata/core-properties" Target="/docProps/core.xml" Id="R96acc649120e4bdc" /><Relationship Type="http://schemas.openxmlformats.org/officeDocument/2006/relationships/extended-properties" Target="/docProps/app.xml" Id="R2b2cf0c8d1e9484d" /><Relationship Type="http://schemas.openxmlformats.org/officeDocument/2006/relationships/custom-properties" Target="/docProps/custom.xml" Id="R094dfe354d484fc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842eded6b1041de"/>
  </p:notesMasterIdLst>
  <p:sldIdLst>
    <p:sldId id="256" r:id="Rc0004b558a3c4171"/>
    <p:sldId id="257" r:id="Rbd305dec5d2a464f"/>
    <p:sldId id="258" r:id="Rbe888182aa2d4bb0"/>
    <p:sldId id="259" r:id="Rfcea54941b444228"/>
    <p:sldId id="260" r:id="R73e5717c33244cdc"/>
    <p:sldId id="261" r:id="R35a38e641cad4524"/>
    <p:sldId id="262" r:id="R0f543aa44c184a26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0004b558a3c4171" /><Relationship Type="http://schemas.openxmlformats.org/officeDocument/2006/relationships/notesMaster" Target="/ppt/notesMasters/notesMaster1.xml" Id="R8842eded6b1041de" /><Relationship Type="http://schemas.openxmlformats.org/officeDocument/2006/relationships/slide" Target="/ppt/slides/slide2.xml" Id="Rbd305dec5d2a464f" /><Relationship Type="http://schemas.openxmlformats.org/officeDocument/2006/relationships/slide" Target="/ppt/slides/slide3.xml" Id="Rbe888182aa2d4bb0" /><Relationship Type="http://schemas.openxmlformats.org/officeDocument/2006/relationships/slide" Target="/ppt/slides/slide4.xml" Id="Rfcea54941b444228" /><Relationship Type="http://schemas.openxmlformats.org/officeDocument/2006/relationships/slide" Target="/ppt/slides/slide5.xml" Id="R73e5717c33244cdc" /><Relationship Type="http://schemas.openxmlformats.org/officeDocument/2006/relationships/slide" Target="/ppt/slides/slide6.xml" Id="R35a38e641cad4524" /><Relationship Type="http://schemas.openxmlformats.org/officeDocument/2006/relationships/slide" Target="/ppt/slides/slide7.xml" Id="R0f543aa44c184a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e269799140b4ca1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d88694d9c44bde" /><Relationship Type="http://schemas.openxmlformats.org/officeDocument/2006/relationships/slide" Target="/ppt/slides/slide1.xml" Id="R23f4a06820aa44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5d4c3297ad84502" /><Relationship Type="http://schemas.openxmlformats.org/officeDocument/2006/relationships/slide" Target="/ppt/slides/slide2.xml" Id="R0716950a28a34b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d21edf4a5314bd0" /><Relationship Type="http://schemas.openxmlformats.org/officeDocument/2006/relationships/slide" Target="/ppt/slides/slide3.xml" Id="R7026df4460874a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93ac717325146f1" /><Relationship Type="http://schemas.openxmlformats.org/officeDocument/2006/relationships/slide" Target="/ppt/slides/slide4.xml" Id="Rddd96b996ec54a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d7453c9df95420a" /><Relationship Type="http://schemas.openxmlformats.org/officeDocument/2006/relationships/slide" Target="/ppt/slides/slide5.xml" Id="Rfc51e874f9fa4b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2728c9abd244e06" /><Relationship Type="http://schemas.openxmlformats.org/officeDocument/2006/relationships/slide" Target="/ppt/slides/slide6.xml" Id="R20def67cdf3d43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720cd71b64d4c55" /><Relationship Type="http://schemas.openxmlformats.org/officeDocument/2006/relationships/slide" Target="/ppt/slides/slide7.xml" Id="R520fd192f99245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Aurora AON clock: freeze on time via phased strap, dual-mux deferred to revB.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Customer SKU power-exit is the business hook.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page; point to RFC-AURORA-117 for waveforms.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Residual risk is explicit for silicon.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e7520106194a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3c0bec11d492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88166e828c45b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97c4933f5c4f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86d0caf51f437f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a92caec1144d4bb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3bfbf23464837" /><Relationship Type="http://schemas.openxmlformats.org/officeDocument/2006/relationships/notesSlide" Target="/ppt/notesSlides/notesSlide1.xml" Id="R5919fbc1e3b441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9547c688847d3" /><Relationship Type="http://schemas.openxmlformats.org/officeDocument/2006/relationships/notesSlide" Target="/ppt/notesSlides/notesSlide2.xml" Id="Rdaa548fbc9514d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bd78958f14942" /><Relationship Type="http://schemas.openxmlformats.org/officeDocument/2006/relationships/notesSlide" Target="/ppt/notesSlides/notesSlide3.xml" Id="R79b98abf72934f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307d6e5fa458d" /><Relationship Type="http://schemas.openxmlformats.org/officeDocument/2006/relationships/notesSlide" Target="/ppt/notesSlides/notesSlide4.xml" Id="R8b05b1c2a0d841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8401e98d84bc0" /><Relationship Type="http://schemas.openxmlformats.org/officeDocument/2006/relationships/notesSlide" Target="/ppt/notesSlides/notesSlide5.xml" Id="R10e52c4761c84d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0cb2b80f64d0b" /><Relationship Type="http://schemas.openxmlformats.org/officeDocument/2006/relationships/notesSlide" Target="/ppt/notesSlides/notesSlide6.xml" Id="R9ff4813fe79542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46913b8fd4de5" /><Relationship Type="http://schemas.openxmlformats.org/officeDocument/2006/relationships/notesSlide" Target="/ppt/notesSlides/notesSlide7.xml" Id="R8e2e7b66ddb64e18" /></Relationships>
</file>

<file path=ppt/slides/slide1.xml><?xml version="1.0" encoding="utf-8"?>
<p:sld xmlns:p="http://schemas.openxmlformats.org/presentationml/2006/main">
  <p:cSld name="Aurora: always-on domain clock decision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EXAMPLE  ·  AURORA POWER DOMAIN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Aurora: always-on domain clock decision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Design freeze for AON clock mux — needed before RTL freeze 2026-04-10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approve phased clock mux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phased clock mux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Recommend Option B  ·  Decide by Fri 2026-03-20 (Morgan)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freeze AON clock architecture so DV can lock assertions before RTL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Full dual-source mux + glitchless switch needs +3 eng-weeks and threatens 4/10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single-source AON at freeze; dual-source behind feature strap for revB.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 by Friday: default is Option C (keep dual mux in RTL) with accepted freeze slip risk.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Always-on domain can brown-out during deep-sleep exit if clock source switches mid-transition; field risk on mobile SKUs.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AON boots glitch-free across 3 corners in UVM; RTL freeze stays 4/10.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freeze 4/10 · package power budget · PMIC IP delivers 3/28 · Atlas has 2 clock experts.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island ← clock mux ← {XO, RCOSC}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   └─ strap: DUAL_SRC_EN (default 0 at freeze)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RevA (freeze): XO only + monitored RCOSC free-run (no switch).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RevB: enable glitchless mux after silicon learnings.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scope today: full PMIC firmware; DV scoreboard details (annex).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RCOSC accuracy in cold boot — mitigate: characterize in bring-up; owner: Mina (analog).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Late PMIC IP change — mitigate: freeze interface table 3/28; owner: Ken (IP).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DV coverage hole on sleep-exit — mitigate: 2 dedicated sequences this sprint; owner: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after B: no glitchless dual-switch on first silicon (accepted for revA).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Full dual mux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Complete AON 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→ 5/01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DV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+3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strap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XO path frozen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4/10 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+0.5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Keep dual in RTL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scope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Likely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 freeze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needed: Approve Option B for Aurora AON clock at freeze.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(VP Eng) with Alex Chen executing.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Friday 2026-03-20 EOD.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publish RFC-AURORA-117 rev; notify PMIC + package; add revB dual-mux to H2 roadmap.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2026-08-05T23:30:35Z</dcterms:created>
  <cp:lastModifiedBy>OfficeCLI</cp:lastModifiedBy>
  <dcterms:modified xsi:type="dcterms:W3CDTF">2026-08-05T23:30:35Z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2026-08-05T23:30:36Z</vt:lpwstr>
  </op:property>
</op:Properties>
</file>
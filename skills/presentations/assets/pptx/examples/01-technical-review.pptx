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74c98ce0fc14950" /><Relationship Type="http://schemas.openxmlformats.org/package/2006/relationships/metadata/core-properties" Target="/docProps/core.xml" Id="R57ea0bce10ef4c58" /><Relationship Type="http://schemas.openxmlformats.org/officeDocument/2006/relationships/extended-properties" Target="/docProps/app.xml" Id="Rcf9abd36c982403e" /><Relationship Type="http://schemas.openxmlformats.org/officeDocument/2006/relationships/custom-properties" Target="/docProps/custom.xml" Id="R3883c5a40d084b2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17165bfa6a94b93"/>
  </p:notesMasterIdLst>
  <p:sldIdLst>
    <p:sldId id="256" r:id="Rff4ab3b6743b430a"/>
    <p:sldId id="257" r:id="R5ee899c8ff014982"/>
    <p:sldId id="258" r:id="R177e170993f74ac4"/>
    <p:sldId id="259" r:id="R7ed87f69735e47c4"/>
    <p:sldId id="260" r:id="R60dbc9dd5a624f6e"/>
    <p:sldId id="261" r:id="Rae41f8c54f8a42ea"/>
    <p:sldId id="262" r:id="Rac0db253a22144c1"/>
    <p:sldId id="263" r:id="R7a4d60f178f14fe7"/>
    <p:sldId id="264" r:id="Rac5242e37c184d7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f4ab3b6743b430a" /><Relationship Type="http://schemas.openxmlformats.org/officeDocument/2006/relationships/notesMaster" Target="/ppt/notesMasters/notesMaster1.xml" Id="R417165bfa6a94b93" /><Relationship Type="http://schemas.openxmlformats.org/officeDocument/2006/relationships/slide" Target="/ppt/slides/slide2.xml" Id="R5ee899c8ff014982" /><Relationship Type="http://schemas.openxmlformats.org/officeDocument/2006/relationships/slide" Target="/ppt/slides/slide3.xml" Id="R177e170993f74ac4" /><Relationship Type="http://schemas.openxmlformats.org/officeDocument/2006/relationships/slide" Target="/ppt/slides/slide4.xml" Id="R7ed87f69735e47c4" /><Relationship Type="http://schemas.openxmlformats.org/officeDocument/2006/relationships/slide" Target="/ppt/slides/slide5.xml" Id="R60dbc9dd5a624f6e" /><Relationship Type="http://schemas.openxmlformats.org/officeDocument/2006/relationships/slide" Target="/ppt/slides/slide6.xml" Id="Rae41f8c54f8a42ea" /><Relationship Type="http://schemas.openxmlformats.org/officeDocument/2006/relationships/slide" Target="/ppt/slides/slide7.xml" Id="Rac0db253a22144c1" /><Relationship Type="http://schemas.openxmlformats.org/officeDocument/2006/relationships/slide" Target="/ppt/slides/slide8.xml" Id="R7a4d60f178f14fe7" /><Relationship Type="http://schemas.openxmlformats.org/officeDocument/2006/relationships/slide" Target="/ppt/slides/slide9.xml" Id="Rac5242e37c184d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08e6a6393749e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b9f69863b464f4d" /><Relationship Type="http://schemas.openxmlformats.org/officeDocument/2006/relationships/slide" Target="/ppt/slides/slide1.xml" Id="Re57cfebfb72544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d4501f45b646f7" /><Relationship Type="http://schemas.openxmlformats.org/officeDocument/2006/relationships/slide" Target="/ppt/slides/slide2.xml" Id="Rcd8b67fa2dbc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dfc25fa978f4ebb" /><Relationship Type="http://schemas.openxmlformats.org/officeDocument/2006/relationships/slide" Target="/ppt/slides/slide3.xml" Id="Reb5a04a148c547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2200b5b0b3543fc" /><Relationship Type="http://schemas.openxmlformats.org/officeDocument/2006/relationships/slide" Target="/ppt/slides/slide4.xml" Id="Re63f6ed8430c47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736505a1a274925" /><Relationship Type="http://schemas.openxmlformats.org/officeDocument/2006/relationships/slide" Target="/ppt/slides/slide5.xml" Id="Ra0c74f5b1cce46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1e107f85c424cd4" /><Relationship Type="http://schemas.openxmlformats.org/officeDocument/2006/relationships/slide" Target="/ppt/slides/slide6.xml" Id="Rcd6fea498df443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a53c6aa83e4563" /><Relationship Type="http://schemas.openxmlformats.org/officeDocument/2006/relationships/slide" Target="/ppt/slides/slide7.xml" Id="R3422cd85fc9142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746cc0d8f8447ca" /><Relationship Type="http://schemas.openxmlformats.org/officeDocument/2006/relationships/slide" Target="/ppt/slides/slide8.xml" Id="Rad3071c8cfec43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5e89cb1e0ad42c2" /><Relationship Type="http://schemas.openxmlformats.org/officeDocument/2006/relationships/slide" Target="/ppt/slides/slide9.xml" Id="R548b5b0c77c345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Aurora AON clock: freeze on time via phased strap, dual-mux deferred to revB.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Design-doc / RFC options table + residual risk</a:t>
            </a:r>
          </a:p>
          <a:p xmlns:a="http://schemas.openxmlformats.org/drawingml/2006/main">
            <a:r>
              <a:rPr lang="en-US"/>
              <a:t>StaffEng — Writing engineering strategy: https://staffeng.com/guides/engineering-strategy/</a:t>
            </a:r>
          </a:p>
          <a:p xmlns:a="http://schemas.openxmlformats.org/drawingml/2006/main">
            <a:r>
              <a:rPr lang="en-US"/>
              <a:t>Utterskills — options instead of single conclusion: https://utterskills.com/blog/communication-skills-for-software-engineers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Design-doc / RFC options table + residual risk</a:t>
            </a:r>
          </a:p>
          <a:p xmlns:a="http://schemas.openxmlformats.org/drawingml/2006/main">
            <a:r>
              <a:rPr lang="en-US"/>
              <a:t>StaffEng — Writing engineering strategy: https://staffeng.com/guides/engineering-strategy/</a:t>
            </a:r>
          </a:p>
          <a:p xmlns:a="http://schemas.openxmlformats.org/drawingml/2006/main">
            <a:r>
              <a:rPr lang="en-US"/>
              <a:t>Utterskills — options instead of single conclusion: https://utterskills.com/blog/communication-skills-for-software-engineers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Agent/human: answer who/stakes/decision from this slide alone. Recommend=Option B — XO-only AON at freeze; dual-source behind DUAL_SRC_EN strap for revB. by 2026-03-20 EOD.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Land B; do not re-open full dual-mux design in this room.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Customer SKU power-exit is the business hook.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page; point to RFC-AURORA-117 for waveforms.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Residual risk is explicit for silicon.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Land B; do not re-open full dual-mux design in this room.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fe074b31845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da65bb1a541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2374d7c9b4d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ccaca12f14b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29f05801b4dc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2adf0ad5f624e3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d4df70f04ae6" /><Relationship Type="http://schemas.openxmlformats.org/officeDocument/2006/relationships/notesSlide" Target="/ppt/notesSlides/notesSlide1.xml" Id="R3c40c4702561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b18b9443944c4" /><Relationship Type="http://schemas.openxmlformats.org/officeDocument/2006/relationships/notesSlide" Target="/ppt/notesSlides/notesSlide2.xml" Id="R4a44d9dbf97745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84043015f4d66" /><Relationship Type="http://schemas.openxmlformats.org/officeDocument/2006/relationships/notesSlide" Target="/ppt/notesSlides/notesSlide3.xml" Id="R5f0919c4f86e44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6f800e6274a87" /><Relationship Type="http://schemas.openxmlformats.org/officeDocument/2006/relationships/notesSlide" Target="/ppt/notesSlides/notesSlide4.xml" Id="R2730c20fb0154f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a57aa225e437b" /><Relationship Type="http://schemas.openxmlformats.org/officeDocument/2006/relationships/notesSlide" Target="/ppt/notesSlides/notesSlide5.xml" Id="R2ceafc623a104c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7e2ec450a4c5f" /><Relationship Type="http://schemas.openxmlformats.org/officeDocument/2006/relationships/notesSlide" Target="/ppt/notesSlides/notesSlide6.xml" Id="R06aa8cde86684e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b00843a7d4b15" /><Relationship Type="http://schemas.openxmlformats.org/officeDocument/2006/relationships/notesSlide" Target="/ppt/notesSlides/notesSlide7.xml" Id="R6b6e9e176dcf49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32beb1597475b" /><Relationship Type="http://schemas.openxmlformats.org/officeDocument/2006/relationships/notesSlide" Target="/ppt/notesSlides/notesSlide8.xml" Id="Rf3bd297c62f244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41dc45c6d4cfb" /><Relationship Type="http://schemas.openxmlformats.org/officeDocument/2006/relationships/notesSlide" Target="/ppt/notesSlides/notesSlide9.xml" Id="Rcd98b1b900da4a0d" /></Relationships>
</file>

<file path=ppt/slides/slide1.xml><?xml version="1.0" encoding="utf-8"?>
<p:sld xmlns:p="http://schemas.openxmlformats.org/presentationml/2006/main">
  <p:cSld name="Aurora: always-on domain clock decision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01  ·  EXAMPLE  ·  AURORA POWER DOMAIN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Aurora: always-on domain clock decision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Design freeze for AON clock mux — needed before RTL freeze 2026-04-10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Design-doc / RFC options table + residual risk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Design-doc / RFC options table + residual risk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StaffEng — Writing engineering strategy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https://staffeng.com/guides/engineering-strategy/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Utterskills — options instead of single conclusion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https://utterskills.com/blog/communication-skills-for-software-engineers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Situation &amp; decision car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READ THIS BEFORE THE DETAILS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Situation &amp; decision card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24000"/>
            <a:ext cx="110880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Presenter: Alex Chen — EM, Atlas Platform (NovaSemi)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Decision-maker: Morgan Lee — VP Engineering (final call on freeze architecture)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Audience: VP Eng + clock/analog/DV leads; PMIC IP liaison Ken optional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What just happened / context: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Aurora AON clock architecture is still open 3 weeks before RTL freeze 2026-04-10. Full dual-source glitchless mux needs +3 eng-weeks and puts freeze at risk. DV cannot lock sleep-exit assertions until the architecture is frozen.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Stakes if we get this wrong: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freeze slips: tape-out and first-silicon slip → Tier-1 sample window for 6/30 compresses. If we ship dual mux unfinished: brown-out risk on deep-sleep exit for mobile SKUs.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 needed: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Choose AON clock path for freeze: A full dual mux now / B phased strap (REC) / C keep dual unfinished in RTL.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Recommendation: Option B — XO-only AON at freeze; dual-source behind DUAL_SRC_EN strap for revB.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YES: Freeze 4/10 holds; DV locks assertions; revB dual-mux enters H2 roadmap.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NO / delay: Default C = freeze slip risk accepted; or A burns +3 eng-wk and still may miss 4/10.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Decide by: 2026-03-20 EOD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prior: (arc start) no prior deck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next: 02 results after first silicon if freeze holds → day-3 boot story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BLUF — approve phased clock mux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approve phased clock mux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Status: YELLOW  ·  Recommend Option B  ·  Decide by Fri 2026-03-20 (Morgan)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Goal: freeze AON clock architecture so DV can lock assertions before RTL freeze.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Difficulty: Full dual-source mux + glitchless switch needs +3 eng-weeks and threatens 4/10 freeze.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Recommendation: Option B — single-source AON at freeze; dual-source behind feature strap for revB.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If no decision by Friday: default is Option C (keep dual mux in RTL) with accepted freeze slip risk.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Problem, goal, constrain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Problem, goal, constraints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Problem: Always-on domain can brown-out during deep-sleep exit if clock source switches mid-transition; field risk on mobile SKUs.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Success: AON boots glitch-free across 3 corners in UVM; RTL freeze stays 4/10.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Constraints: freeze 4/10 · package power budget · PMIC IP delivers 3/28 · Atlas has 2 clock experts.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Design sketch (one page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Design sketch (one page)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AON island ← clock mux ← {XO, RCOSC}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   └─ strap: DUAL_SRC_EN (default 0 at freeze)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RevA (freeze): XO only + monitored RCOSC free-run (no switch).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RevB: enable glitchless mux after silicon learnings.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 of scope today: full PMIC firmware; DV scoreboard details (annex).</a:t>
            </a:r>
          </a:p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Risks &amp; mitigations (top 3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Risks &amp; mitigations (top 3)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1. RCOSC accuracy in cold boot — mitigate: characterize in bring-up; owner: Mina (analog).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2. Late PMIC IP change — mitigate: freeze interface table 3/28; owner: Ken (IP).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3. DV coverage hole on sleep-exit — mitigate: 2 dedicated sequences this sprint; owner: Priya.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Residual after B: no glitchless dual-switch on first silicon (accepted for revA).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9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17600"/>
                <a:gridCol w="2217600"/>
                <a:gridCol w="2217600"/>
                <a:gridCol w="2217600"/>
                <a:gridCol w="22176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Schedule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Capacity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 Full dual mux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Complete AON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Freeze → 5/01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 DV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+3 eng-wk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B Phased strap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XO path 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Freeze 4/10 holds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+0.5 eng-wk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 Keep dual in RTL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 scope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Likely slip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Accepted freeze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3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31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32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33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 needed: Approve Option B for Aurora AON clock at freeze.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Owner: Morgan Lee (VP Eng) with Alex Chen executing.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By: Friday 2026-03-20 EOD.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Follow-ups: publish RFC-AURORA-117 rev; notify PMIC + package; add revB dual-mux to H2 roadmap.</a:t>
            </a:r>
          </a:p>
        </p:txBody>
      </p:sp>
      <p:sp>
        <p:nvSpPr>
          <p:cNvPr id="100034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2026-08-05T23:46:46Z</dcterms:created>
  <cp:lastModifiedBy>OfficeCLI</cp:lastModifiedBy>
  <dcterms:modified xsi:type="dcterms:W3CDTF">2026-08-05T23:46:46Z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2026-08-05T23:46:48Z</vt:lpwstr>
  </op:property>
</op:Properties>
</file>
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d8f041a52164bd9" /><Relationship Type="http://schemas.openxmlformats.org/package/2006/relationships/metadata/core-properties" Target="/docProps/core.xml" Id="R169b885e10cc433c" /><Relationship Type="http://schemas.openxmlformats.org/officeDocument/2006/relationships/extended-properties" Target="/docProps/app.xml" Id="Redc3f59442fb4447" /><Relationship Type="http://schemas.openxmlformats.org/officeDocument/2006/relationships/custom-properties" Target="/docProps/custom.xml" Id="Rf484127314654f5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10a59423db44f83"/>
  </p:notesMasterIdLst>
  <p:sldIdLst>
    <p:sldId id="256" r:id="Rbe0c1748b6ae448b"/>
    <p:sldId id="257" r:id="R249c9463f16e4cd6"/>
    <p:sldId id="258" r:id="R60787d27e83c4b1f"/>
    <p:sldId id="259" r:id="R1ba9567cd17d4b09"/>
    <p:sldId id="260" r:id="R66234c9da55d4b3a"/>
    <p:sldId id="261" r:id="R42d3cd80cd384018"/>
    <p:sldId id="262" r:id="R0cf2001028304dfc"/>
    <p:sldId id="263" r:id="R350ea87721684578"/>
    <p:sldId id="264" r:id="R50467e6a2e154ca9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be0c1748b6ae448b" /><Relationship Type="http://schemas.openxmlformats.org/officeDocument/2006/relationships/notesMaster" Target="/ppt/notesMasters/notesMaster1.xml" Id="R810a59423db44f83" /><Relationship Type="http://schemas.openxmlformats.org/officeDocument/2006/relationships/slide" Target="/ppt/slides/slide2.xml" Id="R249c9463f16e4cd6" /><Relationship Type="http://schemas.openxmlformats.org/officeDocument/2006/relationships/slide" Target="/ppt/slides/slide3.xml" Id="R60787d27e83c4b1f" /><Relationship Type="http://schemas.openxmlformats.org/officeDocument/2006/relationships/slide" Target="/ppt/slides/slide4.xml" Id="R1ba9567cd17d4b09" /><Relationship Type="http://schemas.openxmlformats.org/officeDocument/2006/relationships/slide" Target="/ppt/slides/slide5.xml" Id="R66234c9da55d4b3a" /><Relationship Type="http://schemas.openxmlformats.org/officeDocument/2006/relationships/slide" Target="/ppt/slides/slide6.xml" Id="R42d3cd80cd384018" /><Relationship Type="http://schemas.openxmlformats.org/officeDocument/2006/relationships/slide" Target="/ppt/slides/slide7.xml" Id="R0cf2001028304dfc" /><Relationship Type="http://schemas.openxmlformats.org/officeDocument/2006/relationships/slide" Target="/ppt/slides/slide8.xml" Id="R350ea87721684578" /><Relationship Type="http://schemas.openxmlformats.org/officeDocument/2006/relationships/slide" Target="/ppt/slides/slide9.xml" Id="R50467e6a2e154c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31499e9dc5542d9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48212c59cf64924" /><Relationship Type="http://schemas.openxmlformats.org/officeDocument/2006/relationships/slide" Target="/ppt/slides/slide1.xml" Id="R479be0269fcd48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617879323314bbe" /><Relationship Type="http://schemas.openxmlformats.org/officeDocument/2006/relationships/slide" Target="/ppt/slides/slide2.xml" Id="R2d42e32a9f1a4b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3ad8392a38c4bc2" /><Relationship Type="http://schemas.openxmlformats.org/officeDocument/2006/relationships/slide" Target="/ppt/slides/slide3.xml" Id="R265ac7678f9149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fabcb87980e4c2b" /><Relationship Type="http://schemas.openxmlformats.org/officeDocument/2006/relationships/slide" Target="/ppt/slides/slide4.xml" Id="Rb3e6ffd8bfd640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feace99a2334579" /><Relationship Type="http://schemas.openxmlformats.org/officeDocument/2006/relationships/slide" Target="/ppt/slides/slide5.xml" Id="R8ade20a718f04a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6602f355a8b439f" /><Relationship Type="http://schemas.openxmlformats.org/officeDocument/2006/relationships/slide" Target="/ppt/slides/slide6.xml" Id="R2ff65b91536140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267bb1358774568" /><Relationship Type="http://schemas.openxmlformats.org/officeDocument/2006/relationships/slide" Target="/ppt/slides/slide7.xml" Id="Rce59801a6c244c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19f2016960748d3" /><Relationship Type="http://schemas.openxmlformats.org/officeDocument/2006/relationships/slide" Target="/ppt/slides/slide8.xml" Id="R73e408792ca44a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79c956f85504e20" /><Relationship Type="http://schemas.openxmlformats.org/officeDocument/2006/relationships/slide" Target="/ppt/slides/slide9.xml" Id="Rab8ce13374e445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Aurora AON clock: freeze on time via phased strap, dual-mux deferred to revB.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Design-doc / RFC options table + residual risk</a:t>
            </a:r>
          </a:p>
          <a:p xmlns:a="http://schemas.openxmlformats.org/drawingml/2006/main">
            <a:r>
              <a:rPr lang="en-US"/>
              <a:t>StaffEng — Writing engineering strategy: https://staffeng.com/guides/engineering-strategy/</a:t>
            </a:r>
          </a:p>
          <a:p xmlns:a="http://schemas.openxmlformats.org/drawingml/2006/main">
            <a:r>
              <a:rPr lang="en-US"/>
              <a:t>Utterskills — options instead of single conclusion: https://utterskills.com/blog/communication-skills-for-software-engineers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Design-doc / RFC options table + residual risk</a:t>
            </a:r>
          </a:p>
          <a:p xmlns:a="http://schemas.openxmlformats.org/drawingml/2006/main">
            <a:r>
              <a:rPr lang="en-US"/>
              <a:t>StaffEng — Writing engineering strategy: https://staffeng.com/guides/engineering-strategy/</a:t>
            </a:r>
          </a:p>
          <a:p xmlns:a="http://schemas.openxmlformats.org/drawingml/2006/main">
            <a:r>
              <a:rPr lang="en-US"/>
              <a:t>Utterskills — options instead of single conclusion: https://utterskills.com/blog/communication-skills-for-software-engineers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Recommend=Option B — XO-only AON at freeze; dual-source behind DUAL_SRC_EN strap for revB. by 2026-03-20 EOD.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B; do not re-open full dual-mux design in this room.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Customer SKU power-exit is the business hook.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page; point to RFC-AURORA-117 for waveforms.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Residual risk is explicit for silicon.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B; do not re-open full dual-mux design in this room.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43d3bf88b944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10132c29e4f9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4ed16ca84a420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aa15afe53e444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63aad05a8e40c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dcd8f3c13d54f00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95e55b5c347da" /><Relationship Type="http://schemas.openxmlformats.org/officeDocument/2006/relationships/notesSlide" Target="/ppt/notesSlides/notesSlide1.xml" Id="R715c41f4ea4a47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d34a0c01f54876" /><Relationship Type="http://schemas.openxmlformats.org/officeDocument/2006/relationships/notesSlide" Target="/ppt/notesSlides/notesSlide2.xml" Id="R30f0bcd58c5244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afd56f4e747fa" /><Relationship Type="http://schemas.openxmlformats.org/officeDocument/2006/relationships/notesSlide" Target="/ppt/notesSlides/notesSlide3.xml" Id="Rde64e6675b4c40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801646c7045ef" /><Relationship Type="http://schemas.openxmlformats.org/officeDocument/2006/relationships/notesSlide" Target="/ppt/notesSlides/notesSlide4.xml" Id="R980171436e594e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4400a8b3f4197" /><Relationship Type="http://schemas.openxmlformats.org/officeDocument/2006/relationships/notesSlide" Target="/ppt/notesSlides/notesSlide5.xml" Id="R55634fe9c4ae4f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65fbc792bd4aca" /><Relationship Type="http://schemas.openxmlformats.org/officeDocument/2006/relationships/notesSlide" Target="/ppt/notesSlides/notesSlide6.xml" Id="Rf9e07fad2b394e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23e5fd39a4174" /><Relationship Type="http://schemas.openxmlformats.org/officeDocument/2006/relationships/notesSlide" Target="/ppt/notesSlides/notesSlide7.xml" Id="Re2b87dd4a71949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0ea72823304d14" /><Relationship Type="http://schemas.openxmlformats.org/officeDocument/2006/relationships/notesSlide" Target="/ppt/notesSlides/notesSlide8.xml" Id="Ra248e6ab8c3e49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9e2975e394cc0" /><Relationship Type="http://schemas.openxmlformats.org/officeDocument/2006/relationships/notesSlide" Target="/ppt/notesSlides/notesSlide9.xml" Id="R856abc34dca84556" /></Relationships>
</file>

<file path=ppt/slides/slide1.xml><?xml version="1.0" encoding="utf-8"?>
<p:sld xmlns:p="http://schemas.openxmlformats.org/presentationml/2006/main">
  <p:cSld name="Aurora: always-on domain clock decision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01  ·  EXAMPLE  ·  AURORA POWER DOMAIN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Aurora: always-on domain clock decision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Design freeze for AON clock mux — needed before RTL freeze 2026-04-10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Design-doc / RFC options table + residual risk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Design-doc / RFC options table + residual risk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Writing engineering 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Utterskills — options instead of single conclusion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https://utterskills.com/blog/communication-skills-for-software-engineers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Platform (NovaSemi)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— VP Engineering (final call on freeze architecture)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VP Eng + clock/analog/DV leads; PMIC IP liaison Ken optional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Aurora AON clock architecture is still open 3 weeks before RTL freeze 2026-04-10. Full dual-source glitchless mux needs +3 eng-weeks and puts freeze at risk. DV cannot lock sleep-exit assertions until the architecture is frozen.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freeze slips: tape-out and first-silicon slip → Tier-1 sample window for 6/30 compresses. If we ship dual mux unfinished: brown-out risk on deep-sleep exit for mobile SKUs.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Choose AON clock path for freeze: A full dual mux now / B phased strap (REC) / C keep dual unfinished in RTL.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Option B — XO-only AON at freeze; dual-source behind DUAL_SRC_EN strap for revB.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Freeze 4/10 holds; DV locks assertions; revB dual-mux enters H2 roadmap.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Default C = freeze slip risk accepted; or A burns +3 eng-wk and still may miss 4/10.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2026-03-20 EOD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(arc start) no prior deck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02 results after first silicon if freeze holds → day-3 boot story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approve phased clock mux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approve phased clock mux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YELLOW  ·  Recommend Option B  ·  Decide by Fri 2026-03-20 (Morgan)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Goal: freeze AON clock architecture so DV can lock assertions before RTL freeze.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Difficulty: Full dual-source mux + glitchless switch needs +3 eng-weeks and threatens 4/10 freeze.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Recommendation: Option B — single-source AON at freeze; dual-source behind feature strap for revB.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decision by Friday: default is Option C (keep dual mux in RTL) with accepted freeze slip risk.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Problem, goal, constrai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Problem, goal, constraints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Problem: Always-on domain can brown-out during deep-sleep exit if clock source switches mid-transition; field risk on mobile SKUs.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Success: AON boots glitch-free across 3 corners in UVM; RTL freeze stays 4/10.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Constraints: freeze 4/10 · package power budget · PMIC IP delivers 3/28 · Atlas has 2 clock experts.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sign sketch (one page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Design sketch (one page)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island ← clock mux ← {XO, RCOSC}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   └─ strap: DUAL_SRC_EN (default 0 at freeze)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RevA (freeze): XO only + monitored RCOSC free-run (no switch).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RevB: enable glitchless mux after silicon learnings.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 of scope today: full PMIC firmware; DV scoreboard details (annex).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Risks &amp; mitigations (top 3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&amp; mitigations (top 3)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RCOSC accuracy in cold boot — mitigate: characterize in bring-up; owner: Mina (analog).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Late PMIC IP change — mitigate: freeze interface table 3/28; owner: Ken (IP).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DV coverage hole on sleep-exit — mitigate: 2 dedicated sequences this sprint; owner: Priya.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 after B: no glitchless dual-switch on first silicon (accepted for revA).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Full dual mux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Complete AON switch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→ 5/01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DV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+3 eng-wk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Phased strap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XO path frozen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4/10 holds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+0.5 eng-wk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Keep dual in RTL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scope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Likely slip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Accepted freeze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needed: Approve Option B for Aurora AON clock at freeze.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Lee (VP Eng) with Alex Chen executing.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Friday 2026-03-20 EOD.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Follow-ups: publish RFC-AURORA-117 rev; notify PMIC + package; add revB dual-mux to H2 roadmap.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2026-08-05T23:59:20Z</dcterms:created>
  <cp:lastModifiedBy>OfficeCLI</cp:lastModifiedBy>
  <dcterms:modified xsi:type="dcterms:W3CDTF">2026-08-05T23:59:20Z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2026-08-05T23:59:22Z</vt:lpwstr>
  </op:property>
</op:Properties>
</file>
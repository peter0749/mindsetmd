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49a7d5bbb2f4c1e" /><Relationship Type="http://schemas.openxmlformats.org/package/2006/relationships/metadata/core-properties" Target="/docProps/core.xml" Id="R51a63b69aa944789" /><Relationship Type="http://schemas.openxmlformats.org/officeDocument/2006/relationships/extended-properties" Target="/docProps/app.xml" Id="Re684207488ac45a7" /><Relationship Type="http://schemas.openxmlformats.org/officeDocument/2006/relationships/custom-properties" Target="/docProps/custom.xml" Id="Ra4bc56c3547e4dc8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2445a5700fd24b7d"/>
  </p:notesMasterIdLst>
  <p:sldIdLst>
    <p:sldId id="256" r:id="R55c315e8f86d4dce"/>
    <p:sldId id="257" r:id="R36979982603042b6"/>
    <p:sldId id="258" r:id="R9748cbeb080c4824"/>
    <p:sldId id="259" r:id="R4571f3588e0844f7"/>
    <p:sldId id="260" r:id="Re07854eed8f64a1a"/>
    <p:sldId id="261" r:id="Rf918f64af8664ee9"/>
    <p:sldId id="262" r:id="R8f8f13b3460345a2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55c315e8f86d4dce" /><Relationship Type="http://schemas.openxmlformats.org/officeDocument/2006/relationships/notesMaster" Target="/ppt/notesMasters/notesMaster1.xml" Id="R2445a5700fd24b7d" /><Relationship Type="http://schemas.openxmlformats.org/officeDocument/2006/relationships/slide" Target="/ppt/slides/slide2.xml" Id="R36979982603042b6" /><Relationship Type="http://schemas.openxmlformats.org/officeDocument/2006/relationships/slide" Target="/ppt/slides/slide3.xml" Id="R9748cbeb080c4824" /><Relationship Type="http://schemas.openxmlformats.org/officeDocument/2006/relationships/slide" Target="/ppt/slides/slide4.xml" Id="R4571f3588e0844f7" /><Relationship Type="http://schemas.openxmlformats.org/officeDocument/2006/relationships/slide" Target="/ppt/slides/slide5.xml" Id="Re07854eed8f64a1a" /><Relationship Type="http://schemas.openxmlformats.org/officeDocument/2006/relationships/slide" Target="/ppt/slides/slide6.xml" Id="Rf918f64af8664ee9" /><Relationship Type="http://schemas.openxmlformats.org/officeDocument/2006/relationships/slide" Target="/ppt/slides/slide7.xml" Id="R8f8f13b3460345a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6dd189977f8e4721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183a2ab0b214467" /><Relationship Type="http://schemas.openxmlformats.org/officeDocument/2006/relationships/slide" Target="/ppt/slides/slide1.xml" Id="R005b928206744d8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16b3b7a35bf4110" /><Relationship Type="http://schemas.openxmlformats.org/officeDocument/2006/relationships/slide" Target="/ppt/slides/slide2.xml" Id="R199a3b8a9ea7497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3e8d5b551fd4d49" /><Relationship Type="http://schemas.openxmlformats.org/officeDocument/2006/relationships/slide" Target="/ppt/slides/slide3.xml" Id="R769abb724f1f4d3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3d80e1269004e93" /><Relationship Type="http://schemas.openxmlformats.org/officeDocument/2006/relationships/slide" Target="/ppt/slides/slide4.xml" Id="R2ce274db81224eb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6223caecd9f45c6" /><Relationship Type="http://schemas.openxmlformats.org/officeDocument/2006/relationships/slide" Target="/ppt/slides/slide5.xml" Id="Ra22c11b488db406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0164e26cb3b43d9" /><Relationship Type="http://schemas.openxmlformats.org/officeDocument/2006/relationships/slide" Target="/ppt/slides/slide6.xml" Id="R8b4cef809da743c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d7c7fdfd44542b7" /><Relationship Type="http://schemas.openxmlformats.org/officeDocument/2006/relationships/slide" Target="/ppt/slides/slide7.xml" Id="Rafc9340a54034f3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Aurora AON clock: freeze on time via phased strap, dual-mux deferred to revB.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Land B; do not re-open full dual-mux design in this room.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Customer SKU power-exit is the business hook.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One page; point to RFC-AURORA-117 for waveforms.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Residual risk is explicit for silicon.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Land B; do not re-open full dual-mux design in this room.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ea935605dd42a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fe9b2e4b52427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6e55ae74954d2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fee3b41eaf463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e36f469b974c46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446df4b24d8442ff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01c51d81a041a1" /><Relationship Type="http://schemas.openxmlformats.org/officeDocument/2006/relationships/notesSlide" Target="/ppt/notesSlides/notesSlide1.xml" Id="R88332a61d1a1400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c7bb0ea2614718" /><Relationship Type="http://schemas.openxmlformats.org/officeDocument/2006/relationships/notesSlide" Target="/ppt/notesSlides/notesSlide2.xml" Id="R96817c9cc62846c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72ea16bb294a60" /><Relationship Type="http://schemas.openxmlformats.org/officeDocument/2006/relationships/notesSlide" Target="/ppt/notesSlides/notesSlide3.xml" Id="Rb1b125ae612640a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aa2e8ecf6a4648" /><Relationship Type="http://schemas.openxmlformats.org/officeDocument/2006/relationships/notesSlide" Target="/ppt/notesSlides/notesSlide4.xml" Id="R0a6e606d607645d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aa55309e1b477d" /><Relationship Type="http://schemas.openxmlformats.org/officeDocument/2006/relationships/notesSlide" Target="/ppt/notesSlides/notesSlide5.xml" Id="R33cdbc54e8634e7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7666c598d84b7b" /><Relationship Type="http://schemas.openxmlformats.org/officeDocument/2006/relationships/notesSlide" Target="/ppt/notesSlides/notesSlide6.xml" Id="R71ac532d4b164b6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15a03eaf9e4bb3" /><Relationship Type="http://schemas.openxmlformats.org/officeDocument/2006/relationships/notesSlide" Target="/ppt/notesSlides/notesSlide7.xml" Id="R7034db5c15c94379" /></Relationships>
</file>

<file path=ppt/slides/slide1.xml><?xml version="1.0" encoding="utf-8"?>
<p:sld xmlns:p="http://schemas.openxmlformats.org/presentationml/2006/main">
  <p:cSld name="Aurora: always-on domain clock decision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1008000"/>
            <a:ext cx="11088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01  ·  EXAMPLE  ·  AURORA POWER DOMAIN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440000"/>
            <a:ext cx="11088000" cy="93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FFFFF"/>
                </a:solidFill>
                <a:latin typeface="Calibri"/>
                <a:ea typeface="Calibri"/>
              </a:rPr>
              <a:t>Aurora: always-on domain clock decision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520000"/>
            <a:ext cx="11088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CADCFC"/>
                </a:solidFill>
                <a:latin typeface="Calibri"/>
                <a:ea typeface="Calibri"/>
              </a:rPr>
              <a:t>Design freeze for AON clock mux — needed before RTL freeze 2026-06-20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approve phased clock mux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approve phased clock mux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Status: YELLOW  ·  Recommend Option B  ·  Decide by Fri 2026-05-16 (Morgan)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Goal: freeze AON clock architecture so DV can lock assertions before RTL freeze.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Difficulty: Full dual-source mux + glitchless switch needs +3 eng-weeks and threatens 6/20 freeze.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Recommendation: Option B — single-source AON at freeze; dual-source behind feature strap for revB.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If no decision by Friday: default is Option C (keep dual mux in RTL) with accepted freeze slip risk.</a:t>
            </a:r>
          </a:p>
        </p:txBody>
      </p:sp>
      <p:sp>
        <p:nvSpPr>
          <p:cNvPr id="100008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Problem, goal, constrain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Problem, goal, constraints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Problem: Always-on domain can brown-out during deep-sleep exit if clock source switches mid-transition; field risk on mobile SKUs.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Success: AON boots glitch-free across 3 corners in UVM; RTL freeze stays 6/20.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Constraints: freeze 6/20 · package power budget · PMIC IP delivers 5/28 · Atlas has 2 clock experts.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Design sketch (one page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2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Design sketch (one page)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AON island ← clock mux ← {XO, RCOSC}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   └─ strap: DUAL_SRC_EN (default 0 at freeze)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RevA (freeze): XO only + monitored RCOSC free-run (no switch).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RevB: enable glitchless mux after silicon learnings.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 of scope today: full PMIC firmware; DV scoreboard details (annex).</a:t>
            </a:r>
          </a:p>
        </p:txBody>
      </p:sp>
      <p:sp>
        <p:nvSpPr>
          <p:cNvPr id="100014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Risks &amp; mitigations (top 3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5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Risks &amp; mitigations (top 3)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1. RCOSC accuracy in cold boot — mitigate: characterize in bring-up; owner: Mina (analog).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2. Late PMIC IP change — mitigate: freeze interface table 5/28; owner: Ken (IP).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3. DV coverage hole on sleep-exit — mitigate: 2 dedicated sequences this sprint; owner: Priya.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Residual after B: no glitchless dual-switch on first silicon (accepted for revA).</a:t>
            </a:r>
          </a:p>
        </p:txBody>
      </p:sp>
      <p:sp>
        <p:nvSpPr>
          <p:cNvPr id="100017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0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217600"/>
                <a:gridCol w="2217600"/>
                <a:gridCol w="2217600"/>
                <a:gridCol w="2217600"/>
                <a:gridCol w="22176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Outcome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Schedule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Capacity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 Full dual mux now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Complete AON switch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Freeze → 7/04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 DV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+3 eng-wk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B Phased strap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XO path frozen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Freeze 6/20 holds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+0.5 eng-wk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 Keep dual in RTL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No scope cut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Likely slip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Accepted freeze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2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3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4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 needed: Approve Option B for Aurora AON clock at freeze.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Owner: Morgan Lee (VP Eng) with Alex Chen executing.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By: Friday 2026-05-16 EOD.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Follow-ups: publish RFC-AURORA-117 rev; notify PMIC + package; add revB dual-mux to H2 roadmap.</a:t>
            </a:r>
          </a:p>
        </p:txBody>
      </p:sp>
      <p:sp>
        <p:nvSpPr>
          <p:cNvPr id="100025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2026-08-05T23:16:37Z</dcterms:created>
  <cp:lastModifiedBy>OfficeCLI</cp:lastModifiedBy>
  <dcterms:modified xsi:type="dcterms:W3CDTF">2026-08-05T23:16:37Z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2026-08-05T23:16:38Z</vt:lpwstr>
  </op:property>
</op:Properties>
</file>
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7cd0c50ddb94810" /><Relationship Type="http://schemas.openxmlformats.org/package/2006/relationships/metadata/core-properties" Target="/docProps/core.xml" Id="R823e5014ee3d413c" /><Relationship Type="http://schemas.openxmlformats.org/officeDocument/2006/relationships/extended-properties" Target="/docProps/app.xml" Id="R64ea44861c5149a2" /><Relationship Type="http://schemas.openxmlformats.org/officeDocument/2006/relationships/custom-properties" Target="/docProps/custom.xml" Id="R12fdc5b4eba84812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ee392791eb3f4548"/>
  </p:notesMasterIdLst>
  <p:sldIdLst>
    <p:sldId id="256" r:id="Reaf84dc830b644de"/>
    <p:sldId id="257" r:id="Ra946ea1977334f57"/>
    <p:sldId id="258" r:id="R71e202454de94ede"/>
    <p:sldId id="259" r:id="R05e35fe1bfdc4845"/>
    <p:sldId id="260" r:id="R45d74c187e2d475b"/>
    <p:sldId id="261" r:id="Rf15fe1c8ae584fa2"/>
    <p:sldId id="262" r:id="R9b2e5f82d0ef48a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eaf84dc830b644de" /><Relationship Type="http://schemas.openxmlformats.org/officeDocument/2006/relationships/notesMaster" Target="/ppt/notesMasters/notesMaster1.xml" Id="Ree392791eb3f4548" /><Relationship Type="http://schemas.openxmlformats.org/officeDocument/2006/relationships/slide" Target="/ppt/slides/slide2.xml" Id="Ra946ea1977334f57" /><Relationship Type="http://schemas.openxmlformats.org/officeDocument/2006/relationships/slide" Target="/ppt/slides/slide3.xml" Id="R71e202454de94ede" /><Relationship Type="http://schemas.openxmlformats.org/officeDocument/2006/relationships/slide" Target="/ppt/slides/slide4.xml" Id="R05e35fe1bfdc4845" /><Relationship Type="http://schemas.openxmlformats.org/officeDocument/2006/relationships/slide" Target="/ppt/slides/slide5.xml" Id="R45d74c187e2d475b" /><Relationship Type="http://schemas.openxmlformats.org/officeDocument/2006/relationships/slide" Target="/ppt/slides/slide6.xml" Id="Rf15fe1c8ae584fa2" /><Relationship Type="http://schemas.openxmlformats.org/officeDocument/2006/relationships/slide" Target="/ppt/slides/slide7.xml" Id="R9b2e5f82d0ef48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20a700701ac4334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85ef98da59d420b" /><Relationship Type="http://schemas.openxmlformats.org/officeDocument/2006/relationships/slide" Target="/ppt/slides/slide1.xml" Id="R61a788b1ffe545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21e705928a0464a" /><Relationship Type="http://schemas.openxmlformats.org/officeDocument/2006/relationships/slide" Target="/ppt/slides/slide2.xml" Id="Rd052dad55fd047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a777ad978194aeb" /><Relationship Type="http://schemas.openxmlformats.org/officeDocument/2006/relationships/slide" Target="/ppt/slides/slide3.xml" Id="Re093e815d9d141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2f4bb0a10134ca5" /><Relationship Type="http://schemas.openxmlformats.org/officeDocument/2006/relationships/slide" Target="/ppt/slides/slide4.xml" Id="R27c64501a56e44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411b276b857478a" /><Relationship Type="http://schemas.openxmlformats.org/officeDocument/2006/relationships/slide" Target="/ppt/slides/slide5.xml" Id="R4ceff193267f40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105966dc85646a5" /><Relationship Type="http://schemas.openxmlformats.org/officeDocument/2006/relationships/slide" Target="/ppt/slides/slide6.xml" Id="R07f79dd5106741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ecdfc370dc041f3" /><Relationship Type="http://schemas.openxmlformats.org/officeDocument/2006/relationships/slide" Target="/ppt/slides/slide7.xml" Id="R06dcb25fef374c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H2 map with sample-first priority rule.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Endorsed map, not wishlist.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Time-ordered themes.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only; HC already requested.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Protect the map.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Endorsed map, not wishlist.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fdfc1c2537487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4dcc2dda2644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552d7154ff4e4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0a91ee0e334c6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cfc1c1a2ec4489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befc45ab82364393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c00df50d9246ec" /><Relationship Type="http://schemas.openxmlformats.org/officeDocument/2006/relationships/notesSlide" Target="/ppt/notesSlides/notesSlide1.xml" Id="R0508511f7065488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45377d85e447de" /><Relationship Type="http://schemas.openxmlformats.org/officeDocument/2006/relationships/notesSlide" Target="/ppt/notesSlides/notesSlide2.xml" Id="R1358b9eabbc942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a31cf74ce4f0a" /><Relationship Type="http://schemas.openxmlformats.org/officeDocument/2006/relationships/notesSlide" Target="/ppt/notesSlides/notesSlide3.xml" Id="Rdd55caa50a5043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48f4cc04d470c" /><Relationship Type="http://schemas.openxmlformats.org/officeDocument/2006/relationships/notesSlide" Target="/ppt/notesSlides/notesSlide4.xml" Id="Rcff9220004844c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4fb6e2b45546e3" /><Relationship Type="http://schemas.openxmlformats.org/officeDocument/2006/relationships/notesSlide" Target="/ppt/notesSlides/notesSlide5.xml" Id="R22facc67b30f43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577ab7bae4107" /><Relationship Type="http://schemas.openxmlformats.org/officeDocument/2006/relationships/notesSlide" Target="/ppt/notesSlides/notesSlide6.xml" Id="Rbd7a11ad8f7942b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451193b6f6466b" /><Relationship Type="http://schemas.openxmlformats.org/officeDocument/2006/relationships/notesSlide" Target="/ppt/notesSlides/notesSlide7.xml" Id="Rd60bea51ffb24e92" /></Relationships>
</file>

<file path=ppt/slides/slide1.xml><?xml version="1.0" encoding="utf-8"?>
<p:sld xmlns:p="http://schemas.openxmlformats.org/presentationml/2006/main">
  <p:cSld name="Atlas H2 2026 roadmap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07  ·  EXAMPLE  ·  AURORA H2 ROADMAP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Atlas H2 2026 roadmap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Post-sample path: revB, WiFi IP, platform hardening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endorse H2 themes; pick sample vs WiFi priorit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endorse H2 themes; pick sample vs WiFi priority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Themes: Sample · RevB · Platform  ·  Capacity A planned  ·  Decision: sample &gt; WiFi if conflict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Outcomes H2: (1) Tier-1 sample support (2) revB dual-clock AON (3) WiFi IP integrate-or-park.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Not-doing: new sensor hub SKU support; non-Aurora bring-up consulting.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endorse map; if conflict, sample path outranks WiFi IP by default.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Now / Next / Later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Now / Next / Later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NOW (through June): sample checklist (ship 6/30), USB3, cold-corner AON.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NEXT (Q3): revB AON dual mux; farm/seat expand; +1 DV ramp.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LATER (Q4): WiFi IP integration or explicit park; next-node exploration spike.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Gates: sample 6/30 · revB RTL target 9/15 · WiFi decision gate 8/01.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Already done earlier H1: AON B (3/20), freeze 4/10, TO 4/28, day-3 boot 5/15.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Capacity &amp; assumptions (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&amp; assumptions (A)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H2 plan (assuming +1 DV mid-Q3 productive):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Outcomes ~65%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Investment (revB, farm) ~20%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Unplanned ~15%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Assumptions: HelixSim seats land; PMIC revB on time; no second silicon spin.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Intake rul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Intake rule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Partner asks for non-Aurora bring-up help enter only with: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owner + displace (usually non-critical polish) + Alex ack.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Silent hallway commits are invalid — restate in steering.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380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Priority call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Keep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Displace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vs WiFi (REC sample)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WiFi early integrate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Design-win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RevB AON vs polish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RevB dual mux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Nice-to-have tools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From 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Atlas H2 roadmap as shown.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default: sample &gt; WiFi on capacity conflict.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Dependency owners: PMIC Ken; Package Rui; WiFi IP lead Sam.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2026-08-05T23:31:07Z</dcterms:created>
  <cp:lastModifiedBy>OfficeCLI</cp:lastModifiedBy>
  <dcterms:modified xsi:type="dcterms:W3CDTF">2026-08-05T23:31:07Z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2026-08-05T23:31:08Z</vt:lpwstr>
  </op:property>
</op:Properties>
</file>
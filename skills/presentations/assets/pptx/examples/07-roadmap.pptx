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12fde3ba944deb" /><Relationship Type="http://schemas.openxmlformats.org/package/2006/relationships/metadata/core-properties" Target="/docProps/core.xml" Id="R6459b6de8dbc4521" /><Relationship Type="http://schemas.openxmlformats.org/officeDocument/2006/relationships/extended-properties" Target="/docProps/app.xml" Id="Rfd0135a9d6034c1d" /><Relationship Type="http://schemas.openxmlformats.org/officeDocument/2006/relationships/custom-properties" Target="/docProps/custom.xml" Id="Rb4376ee789bd4e5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d86c5771f4e4a9c"/>
  </p:notesMasterIdLst>
  <p:sldIdLst>
    <p:sldId id="256" r:id="Rc2103f38e74a42f9"/>
    <p:sldId id="257" r:id="Rb2087db39a884545"/>
    <p:sldId id="258" r:id="R29d8db5884394fe5"/>
    <p:sldId id="259" r:id="R0b8b89a0e7df4bff"/>
    <p:sldId id="260" r:id="R74deda4b6061463b"/>
    <p:sldId id="261" r:id="Re848a68025ee4ac7"/>
    <p:sldId id="262" r:id="R44da3cc70135465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2103f38e74a42f9" /><Relationship Type="http://schemas.openxmlformats.org/officeDocument/2006/relationships/notesMaster" Target="/ppt/notesMasters/notesMaster1.xml" Id="Rcd86c5771f4e4a9c" /><Relationship Type="http://schemas.openxmlformats.org/officeDocument/2006/relationships/slide" Target="/ppt/slides/slide2.xml" Id="Rb2087db39a884545" /><Relationship Type="http://schemas.openxmlformats.org/officeDocument/2006/relationships/slide" Target="/ppt/slides/slide3.xml" Id="R29d8db5884394fe5" /><Relationship Type="http://schemas.openxmlformats.org/officeDocument/2006/relationships/slide" Target="/ppt/slides/slide4.xml" Id="R0b8b89a0e7df4bff" /><Relationship Type="http://schemas.openxmlformats.org/officeDocument/2006/relationships/slide" Target="/ppt/slides/slide5.xml" Id="R74deda4b6061463b" /><Relationship Type="http://schemas.openxmlformats.org/officeDocument/2006/relationships/slide" Target="/ppt/slides/slide6.xml" Id="Re848a68025ee4ac7" /><Relationship Type="http://schemas.openxmlformats.org/officeDocument/2006/relationships/slide" Target="/ppt/slides/slide7.xml" Id="R44da3cc7013546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3a8daa0de004ea0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70335748e964ad2" /><Relationship Type="http://schemas.openxmlformats.org/officeDocument/2006/relationships/slide" Target="/ppt/slides/slide1.xml" Id="R9912b34729fe48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60818873144470c" /><Relationship Type="http://schemas.openxmlformats.org/officeDocument/2006/relationships/slide" Target="/ppt/slides/slide2.xml" Id="R7963f46759b747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a1de4ff803d4034" /><Relationship Type="http://schemas.openxmlformats.org/officeDocument/2006/relationships/slide" Target="/ppt/slides/slide3.xml" Id="Re4305145517c4d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3620145fd58461a" /><Relationship Type="http://schemas.openxmlformats.org/officeDocument/2006/relationships/slide" Target="/ppt/slides/slide4.xml" Id="Raef524008cbf4d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a4162b27bb34477" /><Relationship Type="http://schemas.openxmlformats.org/officeDocument/2006/relationships/slide" Target="/ppt/slides/slide5.xml" Id="Rf52976aaeed34d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aa942ed5b0a40e3" /><Relationship Type="http://schemas.openxmlformats.org/officeDocument/2006/relationships/slide" Target="/ppt/slides/slide6.xml" Id="R038dfd8720594f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11d96120ef74990" /><Relationship Type="http://schemas.openxmlformats.org/officeDocument/2006/relationships/slide" Target="/ppt/slides/slide7.xml" Id="R162f2091fd8f4d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H2 map with sample-first priority rule.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Time-ordered themes.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only; HC already requested.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Protect the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6acdde38cb44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848806ad2040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52dcbfcfd642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e64d7d8f944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9654dbb8b14b1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b8226a59de14f2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3dd436e654835" /><Relationship Type="http://schemas.openxmlformats.org/officeDocument/2006/relationships/notesSlide" Target="/ppt/notesSlides/notesSlide1.xml" Id="Rc13e7508a82746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178ba546a4005" /><Relationship Type="http://schemas.openxmlformats.org/officeDocument/2006/relationships/notesSlide" Target="/ppt/notesSlides/notesSlide2.xml" Id="Rad6ba269fd244b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8a8d63b884e9c" /><Relationship Type="http://schemas.openxmlformats.org/officeDocument/2006/relationships/notesSlide" Target="/ppt/notesSlides/notesSlide3.xml" Id="R7d37914a3ff74e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c39b17e7e445e" /><Relationship Type="http://schemas.openxmlformats.org/officeDocument/2006/relationships/notesSlide" Target="/ppt/notesSlides/notesSlide4.xml" Id="Re761d2fb525849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8bebbebf84a23" /><Relationship Type="http://schemas.openxmlformats.org/officeDocument/2006/relationships/notesSlide" Target="/ppt/notesSlides/notesSlide5.xml" Id="R7442301269df4a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4fcaf1aab447b" /><Relationship Type="http://schemas.openxmlformats.org/officeDocument/2006/relationships/notesSlide" Target="/ppt/notesSlides/notesSlide6.xml" Id="R81c16f7db1b645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070e3acd64e15" /><Relationship Type="http://schemas.openxmlformats.org/officeDocument/2006/relationships/notesSlide" Target="/ppt/notesSlides/notesSlide7.xml" Id="Re1b32190c19a451d" /></Relationships>
</file>

<file path=ppt/slides/slide1.xml><?xml version="1.0" encoding="utf-8"?>
<p:sld xmlns:p="http://schemas.openxmlformats.org/presentationml/2006/main">
  <p:cSld name="Atlas H2 2026 roadmap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EXAMPLE  ·  AURORA H2 ROADMAP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Atlas H2 2026 roadmap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Post-sample path: revB, WiFi IP, platform hardening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endorse H2 themes; pick sample vs WiFi prior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H2 themes; pick sample vs WiFi priority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Themes: Sample · RevB · Platform  ·  Capacity A planned  ·  Decision: sample &gt; WiFi if conflict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H2: (1) Tier-1 sample support (2) revB dual-clock AON (3) WiFi IP integrate-or-park.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Not-doing: new sensor hub SKU support; non-Aurora bring-up consulting.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map; if conflict, sample path outranks WiFi IP by default.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 (through June): sample checklist, USB3, cold-corner AON.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 (Q3): revB AON dual mux; farm/seat expand; +1 DV ramp.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 (Q4): WiFi IP integration or explicit park; next-node exploration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Gates: sample 6/30 · revB RTL target 9/15 · WiFi decision gate 8/01.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H2 plan (assuming +1 DV mid-Q3 productive):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Outcomes ~65%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Investment (revB, farm) ~20%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HelixSim seats land; PMIC revB on time; no second silicon spin.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Partner asks for non-Aurora bring-up help enter only with: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 + displace (usually non-critical polish) + Alex ack.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Silent hallway commits are invalid — restate in steering.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vs WiFi (REC sample)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WiFi early integrate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AON vs polish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dual 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Nice-to-have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Atlas H2 roadmap as shown.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default: sample &gt; WiFi on capacity conflict.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Dependency owners: PMIC Ken; Package Rui; WiFi IP lead Sam.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2026-08-05T23:17:14Z</dcterms:created>
  <cp:lastModifiedBy>OfficeCLI</cp:lastModifiedBy>
  <dcterms:modified xsi:type="dcterms:W3CDTF">2026-08-05T23:17:14Z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2026-08-05T23:17:16Z</vt:lpwstr>
  </op:property>
</op:Properties>
</file>
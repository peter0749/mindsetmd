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2f8485a1c6144a4" /><Relationship Type="http://schemas.openxmlformats.org/package/2006/relationships/metadata/core-properties" Target="/docProps/core.xml" Id="R3f3f0712a9b74bf1" /><Relationship Type="http://schemas.openxmlformats.org/officeDocument/2006/relationships/extended-properties" Target="/docProps/app.xml" Id="Reeb1ffd6282545c6" /><Relationship Type="http://schemas.openxmlformats.org/officeDocument/2006/relationships/custom-properties" Target="/docProps/custom.xml" Id="Rc3de79c0e5784be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eb28b9b12fe4d8c"/>
  </p:notesMasterIdLst>
  <p:sldIdLst>
    <p:sldId id="256" r:id="Re2328afac08f4160"/>
    <p:sldId id="257" r:id="Rc58940b11e88497a"/>
    <p:sldId id="258" r:id="R9d85f568ccf6437e"/>
    <p:sldId id="259" r:id="R6a461b04d67f427d"/>
    <p:sldId id="260" r:id="R800371ff9d214185"/>
    <p:sldId id="261" r:id="R3021e436b6a64d1e"/>
    <p:sldId id="262" r:id="R7ed5ef404fe64f17"/>
    <p:sldId id="263" r:id="Rde0986ba41a84d9e"/>
    <p:sldId id="264" r:id="R2fae0bc49f7048c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2328afac08f4160" /><Relationship Type="http://schemas.openxmlformats.org/officeDocument/2006/relationships/notesMaster" Target="/ppt/notesMasters/notesMaster1.xml" Id="Rdeb28b9b12fe4d8c" /><Relationship Type="http://schemas.openxmlformats.org/officeDocument/2006/relationships/slide" Target="/ppt/slides/slide2.xml" Id="Rc58940b11e88497a" /><Relationship Type="http://schemas.openxmlformats.org/officeDocument/2006/relationships/slide" Target="/ppt/slides/slide3.xml" Id="R9d85f568ccf6437e" /><Relationship Type="http://schemas.openxmlformats.org/officeDocument/2006/relationships/slide" Target="/ppt/slides/slide4.xml" Id="R6a461b04d67f427d" /><Relationship Type="http://schemas.openxmlformats.org/officeDocument/2006/relationships/slide" Target="/ppt/slides/slide5.xml" Id="R800371ff9d214185" /><Relationship Type="http://schemas.openxmlformats.org/officeDocument/2006/relationships/slide" Target="/ppt/slides/slide6.xml" Id="R3021e436b6a64d1e" /><Relationship Type="http://schemas.openxmlformats.org/officeDocument/2006/relationships/slide" Target="/ppt/slides/slide7.xml" Id="R7ed5ef404fe64f17" /><Relationship Type="http://schemas.openxmlformats.org/officeDocument/2006/relationships/slide" Target="/ppt/slides/slide8.xml" Id="Rde0986ba41a84d9e" /><Relationship Type="http://schemas.openxmlformats.org/officeDocument/2006/relationships/slide" Target="/ppt/slides/slide9.xml" Id="R2fae0bc49f7048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253dc4d6a2749c4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33c300f23454c9c" /><Relationship Type="http://schemas.openxmlformats.org/officeDocument/2006/relationships/slide" Target="/ppt/slides/slide1.xml" Id="Re7737117c2fe4d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87f982a0664373" /><Relationship Type="http://schemas.openxmlformats.org/officeDocument/2006/relationships/slide" Target="/ppt/slides/slide2.xml" Id="R42e958425ef94f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fe9aefbcb6c467e" /><Relationship Type="http://schemas.openxmlformats.org/officeDocument/2006/relationships/slide" Target="/ppt/slides/slide3.xml" Id="R163bff9b824843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8bf2b3798bc44ac" /><Relationship Type="http://schemas.openxmlformats.org/officeDocument/2006/relationships/slide" Target="/ppt/slides/slide4.xml" Id="R7f385dc7e2e846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031dfe41fc54c34" /><Relationship Type="http://schemas.openxmlformats.org/officeDocument/2006/relationships/slide" Target="/ppt/slides/slide5.xml" Id="R5a23b3d3b6ca46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0853c4efc174104" /><Relationship Type="http://schemas.openxmlformats.org/officeDocument/2006/relationships/slide" Target="/ppt/slides/slide6.xml" Id="R3d4d60ac166847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e44b9e009bf4d97" /><Relationship Type="http://schemas.openxmlformats.org/officeDocument/2006/relationships/slide" Target="/ppt/slides/slide7.xml" Id="Rdd3bea4f17c34b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5223f89d85b4a18" /><Relationship Type="http://schemas.openxmlformats.org/officeDocument/2006/relationships/slide" Target="/ppt/slides/slide8.xml" Id="Rd2f49925f7c44a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1a68b5aaa204658" /><Relationship Type="http://schemas.openxmlformats.org/officeDocument/2006/relationships/slide" Target="/ppt/slides/slide9.xml" Id="Rdd52947a6d064f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H2 map with sample-first priority rule.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Recommend=Endorse map; sample-first; revB AON in investment band; WiFi stretch. by 2026-06-12 roadmap review.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Time-ordered themes.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only; HC already requested.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Protect the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5f34c77fe44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9aff59101342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d9f9f0ac7d43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9772edbb54c5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83f634b2ab478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e81c4a13949432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f2cc863344c7c" /><Relationship Type="http://schemas.openxmlformats.org/officeDocument/2006/relationships/notesSlide" Target="/ppt/notesSlides/notesSlide1.xml" Id="R8be6e1d0017142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ebfdb16544488" /><Relationship Type="http://schemas.openxmlformats.org/officeDocument/2006/relationships/notesSlide" Target="/ppt/notesSlides/notesSlide2.xml" Id="R07b5dc7d9e0343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823f0f03940fa" /><Relationship Type="http://schemas.openxmlformats.org/officeDocument/2006/relationships/notesSlide" Target="/ppt/notesSlides/notesSlide3.xml" Id="Rfc1fadccbacb4c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31a66d92b4112" /><Relationship Type="http://schemas.openxmlformats.org/officeDocument/2006/relationships/notesSlide" Target="/ppt/notesSlides/notesSlide4.xml" Id="Rda729474ab574d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4ffaaab5f4227" /><Relationship Type="http://schemas.openxmlformats.org/officeDocument/2006/relationships/notesSlide" Target="/ppt/notesSlides/notesSlide5.xml" Id="Ra1802033904441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22ff90dac49e0" /><Relationship Type="http://schemas.openxmlformats.org/officeDocument/2006/relationships/notesSlide" Target="/ppt/notesSlides/notesSlide6.xml" Id="R394c3ff582b04b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65f325f9e4d17" /><Relationship Type="http://schemas.openxmlformats.org/officeDocument/2006/relationships/notesSlide" Target="/ppt/notesSlides/notesSlide7.xml" Id="Rc18d8bd78a0f4a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f6d68756e43f9" /><Relationship Type="http://schemas.openxmlformats.org/officeDocument/2006/relationships/notesSlide" Target="/ppt/notesSlides/notesSlide8.xml" Id="Ra3ec6fddb74444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bc3d26fc74eb2" /><Relationship Type="http://schemas.openxmlformats.org/officeDocument/2006/relationships/notesSlide" Target="/ppt/notesSlides/notesSlide9.xml" Id="Rb9ac581e75a84c48" /></Relationships>
</file>

<file path=ppt/slides/slide1.xml><?xml version="1.0" encoding="utf-8"?>
<p:sld xmlns:p="http://schemas.openxmlformats.org/presentationml/2006/main">
  <p:cSld name="Atlas H2 2026 roadmap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EXAMPLE  ·  AURORA H2 ROADMAP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H2 2026 roadmap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Post-sample path: revB, WiFi IP, platform hardening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Outcome themes + not-doing + capacity-honest plan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Outcome themes + not-doing + capacity-honest plan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 + program PM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+ steering (endorse map + priority rule)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Steering: eng, PM, IP/package partners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H1 delivered freeze, silicon, sample path. H2 must choose: sample support vs early WiFi IP integrate if capacity conflicts. RevB dual-mux AON still owed from Option B residual.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Without an explicit priority rule, partner teams will dual-commit Atlas and break sample SLA.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H2 themes; confirm default sample &gt; WiFi on conflict.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Endorse map; sample-first; revB AON in investment band; WiFi stretch.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Intake rule enforceable; partners plan against the same not-doing list.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Hallway commits return; sample and WiFi thrash.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2026-06-12 roadmap review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01 residual revB · 02 sample · 04/05 farm/seats · 06 hire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09 Q2 QBR (6/26) then 08 Q3 commit locks this map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endorse H2 themes; pick sample vs WiFi prior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H2 themes; pick sample vs WiFi priority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Themes: Sample · RevB · Platform  ·  Capacity A planned  ·  Decision: sample &gt; WiFi if conflict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H2: (1) Tier-1 sample support (2) revB dual-clock AON (3) WiFi IP integrate-or-park.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Not-doing: new sensor hub SKU support; non-Aurora bring-up consulting.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map; if conflict, sample path outranks WiFi IP by default.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 (through June): sample checklist (ship 6/30), USB3, cold-corner AON.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 (Q3): revB AON dual mux; farm/seat expand; +1 DV ramp.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 (Q4): WiFi IP integration or explicit park; next-node exploration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Gates: sample 6/30 · revB RTL target 9/15 · WiFi decision gate 8/01.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Already done earlier H1: AON B (3/20), freeze 4/10, TO 4/28, day-3 boot 5/15.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H2 plan (assuming +1 DV mid-Q3 productive):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Outcomes ~65%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Investment (revB, farm) ~20%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HelixSim seats land; PMIC revB on time; no second silicon spin.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Partner asks for non-Aurora bring-up help enter only with: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 + displace (usually non-critical polish) + Alex ack.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Silent hallway commits are invalid — restate in steering.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vs WiFi (REC sample)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WiFi early integrate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AON vs polish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dual 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Nice-to-have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Atlas H2 roadmap as shown.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default: sample &gt; WiFi on capacity conflict.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Dependency owners: PMIC Ken; Package Rui; WiFi IP lead Sam.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2026-08-05T23:59:39Z</dcterms:created>
  <cp:lastModifiedBy>OfficeCLI</cp:lastModifiedBy>
  <dcterms:modified xsi:type="dcterms:W3CDTF">2026-08-05T23:59:39Z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2026-08-05T23:59:41Z</vt:lpwstr>
  </op:property>
</op:Properties>
</file>
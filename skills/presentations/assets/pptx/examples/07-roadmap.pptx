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bf260ed46434c36" /><Relationship Type="http://schemas.openxmlformats.org/package/2006/relationships/metadata/core-properties" Target="/docProps/core.xml" Id="R89d553d192e14979" /><Relationship Type="http://schemas.openxmlformats.org/officeDocument/2006/relationships/extended-properties" Target="/docProps/app.xml" Id="Rf92384ca72144e86" /><Relationship Type="http://schemas.openxmlformats.org/officeDocument/2006/relationships/custom-properties" Target="/docProps/custom.xml" Id="R0a67f0789478478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4d1d4b6cd65b40f5"/>
  </p:notesMasterIdLst>
  <p:sldIdLst>
    <p:sldId id="256" r:id="R8f740db049ef404d"/>
    <p:sldId id="257" r:id="R2401b0a4ff47451d"/>
    <p:sldId id="258" r:id="R34d40912274d4949"/>
    <p:sldId id="259" r:id="R9c8f67f48bc44d19"/>
    <p:sldId id="260" r:id="Rbbb0412acfb04b61"/>
    <p:sldId id="261" r:id="R71f68a267ad243a4"/>
    <p:sldId id="262" r:id="R7060576de7a04893"/>
    <p:sldId id="263" r:id="R226a9e7a8a094d45"/>
    <p:sldId id="264" r:id="R978d1a82168b4e5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f740db049ef404d" /><Relationship Type="http://schemas.openxmlformats.org/officeDocument/2006/relationships/notesMaster" Target="/ppt/notesMasters/notesMaster1.xml" Id="R4d1d4b6cd65b40f5" /><Relationship Type="http://schemas.openxmlformats.org/officeDocument/2006/relationships/slide" Target="/ppt/slides/slide2.xml" Id="R2401b0a4ff47451d" /><Relationship Type="http://schemas.openxmlformats.org/officeDocument/2006/relationships/slide" Target="/ppt/slides/slide3.xml" Id="R34d40912274d4949" /><Relationship Type="http://schemas.openxmlformats.org/officeDocument/2006/relationships/slide" Target="/ppt/slides/slide4.xml" Id="R9c8f67f48bc44d19" /><Relationship Type="http://schemas.openxmlformats.org/officeDocument/2006/relationships/slide" Target="/ppt/slides/slide5.xml" Id="Rbbb0412acfb04b61" /><Relationship Type="http://schemas.openxmlformats.org/officeDocument/2006/relationships/slide" Target="/ppt/slides/slide6.xml" Id="R71f68a267ad243a4" /><Relationship Type="http://schemas.openxmlformats.org/officeDocument/2006/relationships/slide" Target="/ppt/slides/slide7.xml" Id="R7060576de7a04893" /><Relationship Type="http://schemas.openxmlformats.org/officeDocument/2006/relationships/slide" Target="/ppt/slides/slide8.xml" Id="R226a9e7a8a094d45" /><Relationship Type="http://schemas.openxmlformats.org/officeDocument/2006/relationships/slide" Target="/ppt/slides/slide9.xml" Id="R978d1a82168b4e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e988b26f31b4ab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a1e52451320460f" /><Relationship Type="http://schemas.openxmlformats.org/officeDocument/2006/relationships/slide" Target="/ppt/slides/slide1.xml" Id="Ra6c6b85910344e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e5635c7ee234233" /><Relationship Type="http://schemas.openxmlformats.org/officeDocument/2006/relationships/slide" Target="/ppt/slides/slide2.xml" Id="Re8ce7cef63f14b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c9f8f6cdc324caa" /><Relationship Type="http://schemas.openxmlformats.org/officeDocument/2006/relationships/slide" Target="/ppt/slides/slide3.xml" Id="R68cf7ba5bd3c4e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69fd6bd5cac4306" /><Relationship Type="http://schemas.openxmlformats.org/officeDocument/2006/relationships/slide" Target="/ppt/slides/slide4.xml" Id="Ra337a83b462947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1c64e14f9f94ce6" /><Relationship Type="http://schemas.openxmlformats.org/officeDocument/2006/relationships/slide" Target="/ppt/slides/slide5.xml" Id="Rf272a94a3c9149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d803d2e32ea4a09" /><Relationship Type="http://schemas.openxmlformats.org/officeDocument/2006/relationships/slide" Target="/ppt/slides/slide6.xml" Id="R2135cf6e203c4c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c575a5ae9d740cf" /><Relationship Type="http://schemas.openxmlformats.org/officeDocument/2006/relationships/slide" Target="/ppt/slides/slide7.xml" Id="R830bcabc002941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ab85dbad4224a0a" /><Relationship Type="http://schemas.openxmlformats.org/officeDocument/2006/relationships/slide" Target="/ppt/slides/slide8.xml" Id="R67fb84355cf742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5e77af01a344d44" /><Relationship Type="http://schemas.openxmlformats.org/officeDocument/2006/relationships/slide" Target="/ppt/slides/slide9.xml" Id="R2a7cc3d2e2cd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(example). H2 map with sample-first priority rule.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Outcome themes + not-doing + capacity-honest plan</a:t>
            </a:r>
          </a:p>
          <a:p xmlns:a="http://schemas.openxmlformats.org/drawingml/2006/main">
            <a:r>
              <a:rPr lang="en-US"/>
              <a:t>EM Tools — Roadmap planning: https://www.em-tools.io/engineering-manager-responsibilities/roadmap-planning</a:t>
            </a:r>
          </a:p>
          <a:p xmlns:a="http://schemas.openxmlformats.org/drawingml/2006/main">
            <a:r>
              <a:rPr lang="en-US"/>
              <a:t>StaffEng — engineering strategy: https://staffeng.com/guides/engineering-strategy/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Outcome themes + not-doing + capacity-honest plan</a:t>
            </a:r>
          </a:p>
          <a:p xmlns:a="http://schemas.openxmlformats.org/drawingml/2006/main">
            <a:r>
              <a:rPr lang="en-US"/>
              <a:t>EM Tools — Roadmap planning: https://www.em-tools.io/engineering-manager-responsibilities/roadmap-planning</a:t>
            </a:r>
          </a:p>
          <a:p xmlns:a="http://schemas.openxmlformats.org/drawingml/2006/main">
            <a:r>
              <a:rPr lang="en-US"/>
              <a:t>StaffEng — engineering strategy: https://staffeng.com/guides/engineering-strategy/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Agent/human: answer who/stakes/decision from this slide alone. Recommend=Endorse map; sample-first; revB AON in investment band; WiFi stretch. by 2026-06-12 roadmap review.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Endorsed map, not wishlist.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Time-ordered themes.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only; HC already requested.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Protect the map.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Endorsed map, not wishlist.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e3eeb839de45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413eeb09440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418500cff4e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e79c773f041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72a9eade543f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ea4a5c298864bc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2ba6dbc034052" /><Relationship Type="http://schemas.openxmlformats.org/officeDocument/2006/relationships/notesSlide" Target="/ppt/notesSlides/notesSlide1.xml" Id="R4827f6d33a934a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11a6c4222494c" /><Relationship Type="http://schemas.openxmlformats.org/officeDocument/2006/relationships/notesSlide" Target="/ppt/notesSlides/notesSlide2.xml" Id="Recc795a9f4ba4d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8c4911cb243a7" /><Relationship Type="http://schemas.openxmlformats.org/officeDocument/2006/relationships/notesSlide" Target="/ppt/notesSlides/notesSlide3.xml" Id="R4582258079c942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53daa259d44bf" /><Relationship Type="http://schemas.openxmlformats.org/officeDocument/2006/relationships/notesSlide" Target="/ppt/notesSlides/notesSlide4.xml" Id="Rb2b14c26960f4c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2138ea10a4e60" /><Relationship Type="http://schemas.openxmlformats.org/officeDocument/2006/relationships/notesSlide" Target="/ppt/notesSlides/notesSlide5.xml" Id="R436361f1c31441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7baf064cd4a2d" /><Relationship Type="http://schemas.openxmlformats.org/officeDocument/2006/relationships/notesSlide" Target="/ppt/notesSlides/notesSlide6.xml" Id="R1f2bdaae00ef4b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163dc5e0a4e70" /><Relationship Type="http://schemas.openxmlformats.org/officeDocument/2006/relationships/notesSlide" Target="/ppt/notesSlides/notesSlide7.xml" Id="R07a37291826242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04ac980a04809" /><Relationship Type="http://schemas.openxmlformats.org/officeDocument/2006/relationships/notesSlide" Target="/ppt/notesSlides/notesSlide8.xml" Id="R588955b13ffc43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c6338351441ed" /><Relationship Type="http://schemas.openxmlformats.org/officeDocument/2006/relationships/notesSlide" Target="/ppt/notesSlides/notesSlide9.xml" Id="R968e576c6f904b97" /></Relationships>
</file>

<file path=ppt/slides/slide1.xml><?xml version="1.0" encoding="utf-8"?>
<p:sld xmlns:p="http://schemas.openxmlformats.org/presentationml/2006/main">
  <p:cSld name="Atlas H2 2026 roadmap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93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07  ·  EXAMPLE  ·  AURORA H2 ROADMAP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332000"/>
            <a:ext cx="1108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Atlas H2 2026 roadmap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340000"/>
            <a:ext cx="1108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ADCFC"/>
                </a:solidFill>
                <a:latin typeface="Calibri"/>
                <a:ea typeface="Calibri"/>
              </a:rPr>
              <a:t>Post-sample path: revB, WiFi IP, platform hardening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3240000"/>
            <a:ext cx="110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0C4E8"/>
                </a:solidFill>
                <a:latin typeface="Calibri"/>
                <a:ea typeface="Calibri"/>
              </a:rPr>
              <a:t>Pattern: Outcome themes + not-doing + capacity-honest plan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EXAMPLE  ·  Atlas Platform  ·  Project Aurora  ·  NovaSemi  · 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Pattern provena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WHERE THIS DECK SHAPE COMES FROM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Pattern provenance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Public pattern (structure only — not a confidential company deck):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Outcome themes + not-doing + capacity-honest plan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EM Tools — Roadmap planning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https://www.em-tools.io/engineering-manager-responsibilities/roadmap-planning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StaffEng — engineering strategy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https://staffeng.com/guides/engineering-strategy/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How to use: copy section order and decision verbs; replace with your metrics.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In-repo: skills/presentations/classic-public-cases.md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Situation &amp; decision car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READ THIS BEFORE THE DETAILS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Situation &amp; decision card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1224000"/>
            <a:ext cx="11088000" cy="49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Presenter: Alex Chen — EM + program PM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Decision-maker: Morgan Lee + steering (endorse map + priority rule)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Audience: Steering: eng, PM, IP/package partners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What just happened / context: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H1 delivered freeze, silicon, sample path. H2 must choose: sample support vs early WiFi IP integrate if capacity conflicts. RevB dual-mux AON still owed from Option B residual.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Stakes if we get this wrong: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Without an explicit priority rule, partner teams will dual-commit Atlas and break sample SLA.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 needed: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Endorse H2 themes; confirm default sample &gt; WiFi on conflict.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Recommendation: Endorse map; sample-first; revB AON in investment band; WiFi stretch.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YES: Intake rule enforceable; partners plan against the same not-doing list.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NO / delay: Hallway commits return; sample and WiFi thrash.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Decide by: 2026-06-12 roadmap review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prior: 01 residual revB · 02 sample · 04/05 farm/seats · 06 hire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next: 08 Q3 commit locks this map into period plan</a:t>
            </a:r>
          </a:p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BLUF — endorse H2 themes; pick sample vs WiFi priority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3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14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endorse H2 themes; pick sample vs WiFi priority</a:t>
            </a:r>
          </a:p>
        </p:txBody>
      </p:sp>
      <p:sp>
        <p:nvSpPr>
          <p:cNvPr id="100015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Themes: Sample · RevB · Platform  ·  Capacity A planned  ·  Decision: sample &gt; WiFi if conflict</a:t>
            </a:r>
          </a:p>
        </p:txBody>
      </p:sp>
      <p:sp>
        <p:nvSpPr>
          <p:cNvPr id="100016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Outcomes H2: (1) Tier-1 sample support (2) revB dual-clock AON (3) WiFi IP integrate-or-park.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Not-doing: new sensor hub SKU support; non-Aurora bring-up consulting.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Ask: endorse map; if conflict, sample path outranks WiFi IP by default.</a:t>
            </a:r>
          </a:p>
        </p:txBody>
      </p:sp>
      <p:sp>
        <p:nvSpPr>
          <p:cNvPr id="100017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Now / Next / Later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Now / Next / Later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NOW (through June): sample checklist (ship 6/30), USB3, cold-corner AON.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NEXT (Q3): revB AON dual mux; farm/seat expand; +1 DV ramp.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LATER (Q4): WiFi IP integration or explicit park; next-node exploration spike.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Gates: sample 6/30 · revB RTL target 9/15 · WiFi decision gate 8/01.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Already done earlier H1: AON B (3/20), freeze 4/10, TO 4/28, day-3 boot 5/15.</a:t>
            </a:r>
          </a:p>
        </p:txBody>
      </p:sp>
      <p:sp>
        <p:nvSpPr>
          <p:cNvPr id="100020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Capacity &amp; assumptions (A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1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Capacity &amp; assumptions (A)</a:t>
            </a:r>
          </a:p>
        </p:txBody>
      </p:sp>
      <p:sp>
        <p:nvSpPr>
          <p:cNvPr id="100022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H2 plan (assuming +1 DV mid-Q3 productive):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Outcomes ~65%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Investment (revB, farm) ~20%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Unplanned ~15%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Assumptions: HelixSim seats land; PMIC revB on time; no second silicon spin.</a:t>
            </a:r>
          </a:p>
        </p:txBody>
      </p:sp>
      <p:sp>
        <p:nvSpPr>
          <p:cNvPr id="100023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Intake rul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Intake rule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Partner asks for non-Aurora bring-up help enter only with: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owner + displace (usually non-critical polish) + Alex ack.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Silent hallway commits are invalid — restate in steering.</a:t>
            </a:r>
          </a:p>
        </p:txBody>
      </p:sp>
      <p:sp>
        <p:nvSpPr>
          <p:cNvPr id="10002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7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9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72000"/>
                <a:gridCol w="2772000"/>
                <a:gridCol w="2772000"/>
                <a:gridCol w="2772000"/>
              </a:tblGrid>
              <a:tr h="1380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Priority call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Keep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Displace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380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Sample vs WiFi (REC sample)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Sample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WiFi early integrate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Design-win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0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RevB AON vs polish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RevB dual mux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Nice-to-have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From tech 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30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31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32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33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Endorse Atlas H2 roadmap as shown.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Confirm default: sample &gt; WiFi on capacity conflict.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Dependency owners: PMIC Ken; Package Rui; WiFi IP lead Sam.</a:t>
            </a:r>
          </a:p>
        </p:txBody>
      </p:sp>
      <p:sp>
        <p:nvSpPr>
          <p:cNvPr id="100034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2026-08-05T23:47:02Z</dcterms:created>
  <cp:lastModifiedBy>OfficeCLI</cp:lastModifiedBy>
  <dcterms:modified xsi:type="dcterms:W3CDTF">2026-08-05T23:47:02Z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2026-08-05T23:47:04Z</vt:lpwstr>
  </op:property>
</op:Properties>
</file>
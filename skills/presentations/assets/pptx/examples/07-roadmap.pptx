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955fd7db844ea8" /><Relationship Type="http://schemas.openxmlformats.org/package/2006/relationships/metadata/core-properties" Target="/docProps/core.xml" Id="R6750072a70294ad2" /><Relationship Type="http://schemas.openxmlformats.org/officeDocument/2006/relationships/extended-properties" Target="/docProps/app.xml" Id="Rc90067982b434eaf" /><Relationship Type="http://schemas.openxmlformats.org/officeDocument/2006/relationships/custom-properties" Target="/docProps/custom.xml" Id="Raf7dfc12d5644b8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6f4da648de94536"/>
  </p:notesMasterIdLst>
  <p:sldIdLst>
    <p:sldId id="256" r:id="R440f5f35cd3c42a5"/>
    <p:sldId id="257" r:id="R72e8d1844c644da7"/>
    <p:sldId id="258" r:id="R507b470a60e04cd7"/>
    <p:sldId id="259" r:id="R45a9dbe3f8c9482a"/>
    <p:sldId id="260" r:id="R35a9f756ec334705"/>
    <p:sldId id="261" r:id="Rb2e87db14ae7419c"/>
    <p:sldId id="262" r:id="Re888220b8efe4432"/>
    <p:sldId id="263" r:id="R6e2a7994989442e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40f5f35cd3c42a5" /><Relationship Type="http://schemas.openxmlformats.org/officeDocument/2006/relationships/notesMaster" Target="/ppt/notesMasters/notesMaster1.xml" Id="Rb6f4da648de94536" /><Relationship Type="http://schemas.openxmlformats.org/officeDocument/2006/relationships/slide" Target="/ppt/slides/slide2.xml" Id="R72e8d1844c644da7" /><Relationship Type="http://schemas.openxmlformats.org/officeDocument/2006/relationships/slide" Target="/ppt/slides/slide3.xml" Id="R507b470a60e04cd7" /><Relationship Type="http://schemas.openxmlformats.org/officeDocument/2006/relationships/slide" Target="/ppt/slides/slide4.xml" Id="R45a9dbe3f8c9482a" /><Relationship Type="http://schemas.openxmlformats.org/officeDocument/2006/relationships/slide" Target="/ppt/slides/slide5.xml" Id="R35a9f756ec334705" /><Relationship Type="http://schemas.openxmlformats.org/officeDocument/2006/relationships/slide" Target="/ppt/slides/slide6.xml" Id="Rb2e87db14ae7419c" /><Relationship Type="http://schemas.openxmlformats.org/officeDocument/2006/relationships/slide" Target="/ppt/slides/slide7.xml" Id="Re888220b8efe4432" /><Relationship Type="http://schemas.openxmlformats.org/officeDocument/2006/relationships/slide" Target="/ppt/slides/slide8.xml" Id="R6e2a7994989442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ba937292c5e4c33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aab7a0ff1445b5" /><Relationship Type="http://schemas.openxmlformats.org/officeDocument/2006/relationships/slide" Target="/ppt/slides/slide1.xml" Id="R6622754fb03743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9b72a20b83e45c6" /><Relationship Type="http://schemas.openxmlformats.org/officeDocument/2006/relationships/slide" Target="/ppt/slides/slide2.xml" Id="Rf6dadd966d9242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2abcff005bb436f" /><Relationship Type="http://schemas.openxmlformats.org/officeDocument/2006/relationships/slide" Target="/ppt/slides/slide3.xml" Id="R9c79fb5e78c347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0ebe2798f3a495c" /><Relationship Type="http://schemas.openxmlformats.org/officeDocument/2006/relationships/slide" Target="/ppt/slides/slide4.xml" Id="R54cc6ba2b7cf4f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8ba1d5aca5d439e" /><Relationship Type="http://schemas.openxmlformats.org/officeDocument/2006/relationships/slide" Target="/ppt/slides/slide5.xml" Id="R79dee675298d49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dd6154562cd4740" /><Relationship Type="http://schemas.openxmlformats.org/officeDocument/2006/relationships/slide" Target="/ppt/slides/slide6.xml" Id="R9e4afc4bef304d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c52a9cd65e44fe" /><Relationship Type="http://schemas.openxmlformats.org/officeDocument/2006/relationships/slide" Target="/ppt/slides/slide7.xml" Id="R4f27ab3affb740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28cf2ad57c9463a" /><Relationship Type="http://schemas.openxmlformats.org/officeDocument/2006/relationships/slide" Target="/ppt/slides/slide8.xml" Id="R50b59f112f6641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H2 map with sample-first priority rule.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Time-ordered themes.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only; HC already requested.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Protect the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ec075ec05c49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6a213728224f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bada1b82884c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eac7a955f4a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9a3fa0c1843a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ce49553596e499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b7ef60d68b4b42" /><Relationship Type="http://schemas.openxmlformats.org/officeDocument/2006/relationships/notesSlide" Target="/ppt/notesSlides/notesSlide1.xml" Id="Re6186897984045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88191c3a84538" /><Relationship Type="http://schemas.openxmlformats.org/officeDocument/2006/relationships/notesSlide" Target="/ppt/notesSlides/notesSlide2.xml" Id="R39662983a46749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dd963fd954490" /><Relationship Type="http://schemas.openxmlformats.org/officeDocument/2006/relationships/notesSlide" Target="/ppt/notesSlides/notesSlide3.xml" Id="R7989accbcd9848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a86d1300e4413" /><Relationship Type="http://schemas.openxmlformats.org/officeDocument/2006/relationships/notesSlide" Target="/ppt/notesSlides/notesSlide4.xml" Id="R5abf4d8284894f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c71b4bcd444d3" /><Relationship Type="http://schemas.openxmlformats.org/officeDocument/2006/relationships/notesSlide" Target="/ppt/notesSlides/notesSlide5.xml" Id="Rb7b30fb80ec14c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24a1cb061499c" /><Relationship Type="http://schemas.openxmlformats.org/officeDocument/2006/relationships/notesSlide" Target="/ppt/notesSlides/notesSlide6.xml" Id="R97b4cc26bdc64b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87d3ec5a9490d" /><Relationship Type="http://schemas.openxmlformats.org/officeDocument/2006/relationships/notesSlide" Target="/ppt/notesSlides/notesSlide7.xml" Id="Rfc7f55baf03141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65535f02f4a3f" /><Relationship Type="http://schemas.openxmlformats.org/officeDocument/2006/relationships/notesSlide" Target="/ppt/notesSlides/notesSlide8.xml" Id="R0de58c606e164957" /></Relationships>
</file>

<file path=ppt/slides/slide1.xml><?xml version="1.0" encoding="utf-8"?>
<p:sld xmlns:p="http://schemas.openxmlformats.org/presentationml/2006/main">
  <p:cSld name="Atlas H2 2026 roadmap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EXAMPLE  ·  AURORA H2 ROADMAP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H2 2026 roadmap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Post-sample path: revB, WiFi IP, platform hardening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Outcome themes + not-doing + capacity-honest plan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Outcome themes + not-doing + capacity-honest plan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endorse H2 themes; pick sample vs WiFi prior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H2 themes; pick sample vs WiFi priority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Themes: Sample · RevB · Platform  ·  Capacity A planned  ·  Decision: sample &gt; WiFi if conflict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H2: (1) Tier-1 sample support (2) revB dual-clock AON (3) WiFi IP integrate-or-park.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Not-doing: new sensor hub SKU support; non-Aurora bring-up consulting.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map; if conflict, sample path outranks WiFi IP by default.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 (through June): sample checklist (ship 6/30), USB3, cold-corner AON.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 (Q3): revB AON dual mux; farm/seat expand; +1 DV ramp.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 (Q4): WiFi IP integration or explicit park; next-node exploration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Gates: sample 6/30 · revB RTL target 9/15 · WiFi decision gate 8/01.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Already done earlier H1: AON B (3/20), freeze 4/10, TO 4/28, day-3 boot 5/15.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H2 plan (assuming +1 DV mid-Q3 productive):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Outcomes ~65%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Investment (revB, farm) ~20%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HelixSim seats land; PMIC revB on time; no second silicon spin.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Partner asks for non-Aurora bring-up help enter only with: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 + displace (usually non-critical polish) + Alex ack.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Silent hallway commits are invalid — restate in steering.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vs WiFi (REC sample)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WiFi early integrate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AON vs polish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dual 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Nice-to-have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Atlas H2 roadmap as shown.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default: sample &gt; WiFi on capacity conflict.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Dependency owners: PMIC Ken; Package Rui; WiFi IP lead Sam.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2026-08-05T23:41:44Z</dcterms:created>
  <cp:lastModifiedBy>OfficeCLI</cp:lastModifiedBy>
  <dcterms:modified xsi:type="dcterms:W3CDTF">2026-08-05T23:41:44Z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2026-08-05T23:41:46Z</vt:lpwstr>
  </op:property>
</op:Properties>
</file>
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e223683336a4c5d" /><Relationship Type="http://schemas.openxmlformats.org/package/2006/relationships/metadata/core-properties" Target="/docProps/core.xml" Id="R4dbf19172cc544a0" /><Relationship Type="http://schemas.openxmlformats.org/officeDocument/2006/relationships/extended-properties" Target="/docProps/app.xml" Id="R6a76f8f162ed4e56" /><Relationship Type="http://schemas.openxmlformats.org/officeDocument/2006/relationships/custom-properties" Target="/docProps/custom.xml" Id="R82d1a5febec443b4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38da802e5bf14b86"/>
  </p:notesMasterIdLst>
  <p:sldIdLst>
    <p:sldId id="256" r:id="R8f6304d3b1164696"/>
    <p:sldId id="257" r:id="R905cd838e93c4827"/>
    <p:sldId id="258" r:id="Ra3a45459247e451a"/>
    <p:sldId id="259" r:id="R7bcf46b3abae481a"/>
    <p:sldId id="260" r:id="R99a1349949f34742"/>
    <p:sldId id="261" r:id="Ree946842fb7c48eb"/>
    <p:sldId id="262" r:id="Rd3e5d8b2ba384800"/>
    <p:sldId id="263" r:id="Rbbd4c9c61969448a"/>
    <p:sldId id="264" r:id="R23c1f2f248b248c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8f6304d3b1164696" /><Relationship Type="http://schemas.openxmlformats.org/officeDocument/2006/relationships/notesMaster" Target="/ppt/notesMasters/notesMaster1.xml" Id="R38da802e5bf14b86" /><Relationship Type="http://schemas.openxmlformats.org/officeDocument/2006/relationships/slide" Target="/ppt/slides/slide2.xml" Id="R905cd838e93c4827" /><Relationship Type="http://schemas.openxmlformats.org/officeDocument/2006/relationships/slide" Target="/ppt/slides/slide3.xml" Id="Ra3a45459247e451a" /><Relationship Type="http://schemas.openxmlformats.org/officeDocument/2006/relationships/slide" Target="/ppt/slides/slide4.xml" Id="R7bcf46b3abae481a" /><Relationship Type="http://schemas.openxmlformats.org/officeDocument/2006/relationships/slide" Target="/ppt/slides/slide5.xml" Id="R99a1349949f34742" /><Relationship Type="http://schemas.openxmlformats.org/officeDocument/2006/relationships/slide" Target="/ppt/slides/slide6.xml" Id="Ree946842fb7c48eb" /><Relationship Type="http://schemas.openxmlformats.org/officeDocument/2006/relationships/slide" Target="/ppt/slides/slide7.xml" Id="Rd3e5d8b2ba384800" /><Relationship Type="http://schemas.openxmlformats.org/officeDocument/2006/relationships/slide" Target="/ppt/slides/slide8.xml" Id="Rbbd4c9c61969448a" /><Relationship Type="http://schemas.openxmlformats.org/officeDocument/2006/relationships/slide" Target="/ppt/slides/slide9.xml" Id="R23c1f2f248b248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4a5896b248445ab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4e47145423c48d4" /><Relationship Type="http://schemas.openxmlformats.org/officeDocument/2006/relationships/slide" Target="/ppt/slides/slide1.xml" Id="R79ea96cb2df946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4fae05a36bd48ec" /><Relationship Type="http://schemas.openxmlformats.org/officeDocument/2006/relationships/slide" Target="/ppt/slides/slide2.xml" Id="Rcf499225bb78497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c5d3dd6bbd04884" /><Relationship Type="http://schemas.openxmlformats.org/officeDocument/2006/relationships/slide" Target="/ppt/slides/slide3.xml" Id="Ref9f6539d70f42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ae78302f1364ac3" /><Relationship Type="http://schemas.openxmlformats.org/officeDocument/2006/relationships/slide" Target="/ppt/slides/slide4.xml" Id="R518139b5eac64de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8be11dd42eac4422" /><Relationship Type="http://schemas.openxmlformats.org/officeDocument/2006/relationships/slide" Target="/ppt/slides/slide5.xml" Id="R5ff82630796843b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8d6a4a0ffe44a3b" /><Relationship Type="http://schemas.openxmlformats.org/officeDocument/2006/relationships/slide" Target="/ppt/slides/slide6.xml" Id="Rf10a407cb5184d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a9b7237bc2f468a" /><Relationship Type="http://schemas.openxmlformats.org/officeDocument/2006/relationships/slide" Target="/ppt/slides/slide7.xml" Id="R82c1ac039ceb46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8e6040fe0e443db" /><Relationship Type="http://schemas.openxmlformats.org/officeDocument/2006/relationships/slide" Target="/ppt/slides/slide8.xml" Id="R751ae0e36b5a41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07573a53d8e4ff0" /><Relationship Type="http://schemas.openxmlformats.org/officeDocument/2006/relationships/slide" Target="/ppt/slides/slide9.xml" Id="Ra0994a2d163e43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H2 map with sample-first priority rule.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Outcome themes + not-doing + capacity-honest plan</a:t>
            </a:r>
          </a:p>
          <a:p xmlns:a="http://schemas.openxmlformats.org/drawingml/2006/main">
            <a:r>
              <a:rPr lang="en-US"/>
              <a:t>EM Tools — Roadmap planning: https://www.em-tools.io/engineering-manager-responsibilities/roadmap-planning</a:t>
            </a:r>
          </a:p>
          <a:p xmlns:a="http://schemas.openxmlformats.org/drawingml/2006/main">
            <a:r>
              <a:rPr lang="en-US"/>
              <a:t>StaffEng — engineering strategy: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Outcome themes + not-doing + capacity-honest plan</a:t>
            </a:r>
          </a:p>
          <a:p xmlns:a="http://schemas.openxmlformats.org/drawingml/2006/main">
            <a:r>
              <a:rPr lang="en-US"/>
              <a:t>EM Tools — Roadmap planning: https://www.em-tools.io/engineering-manager-responsibilities/roadmap-planning</a:t>
            </a:r>
          </a:p>
          <a:p xmlns:a="http://schemas.openxmlformats.org/drawingml/2006/main">
            <a:r>
              <a:rPr lang="en-US"/>
              <a:t>StaffEng — engineering strategy: https://staffeng.com/guides/engineering-strategy/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Recommend=Endorse map; sample-first; revB AON in investment band; WiFi stretch. by 2026-06-12 roadmap review.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Endorsed map, not wishlist.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Time-ordered themes.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only; HC already requested.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Protect the map.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Endorsed map, not wishlist.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19e847e25d4ba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d196be0702460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46e21f570f484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5e0bfc987f4a3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20871f0a7b40cc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e0cb71cd6bee401b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6d8370dc1f46b0" /><Relationship Type="http://schemas.openxmlformats.org/officeDocument/2006/relationships/notesSlide" Target="/ppt/notesSlides/notesSlide1.xml" Id="R3e85f7d943b94b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126b7d4ce466f" /><Relationship Type="http://schemas.openxmlformats.org/officeDocument/2006/relationships/notesSlide" Target="/ppt/notesSlides/notesSlide2.xml" Id="Rf795d2c4d2af49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1cf983f0348f0" /><Relationship Type="http://schemas.openxmlformats.org/officeDocument/2006/relationships/notesSlide" Target="/ppt/notesSlides/notesSlide3.xml" Id="Rc7c67aa2199346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df978604b74f95" /><Relationship Type="http://schemas.openxmlformats.org/officeDocument/2006/relationships/notesSlide" Target="/ppt/notesSlides/notesSlide4.xml" Id="Rb6738614e03741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0f7ef018a44ac4" /><Relationship Type="http://schemas.openxmlformats.org/officeDocument/2006/relationships/notesSlide" Target="/ppt/notesSlides/notesSlide5.xml" Id="R9220c45bee504e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7f281cf049478b" /><Relationship Type="http://schemas.openxmlformats.org/officeDocument/2006/relationships/notesSlide" Target="/ppt/notesSlides/notesSlide6.xml" Id="Rf7994ee7b67047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ee0ad37e14d39" /><Relationship Type="http://schemas.openxmlformats.org/officeDocument/2006/relationships/notesSlide" Target="/ppt/notesSlides/notesSlide7.xml" Id="Rab281c1b974844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0541750cd4e7f" /><Relationship Type="http://schemas.openxmlformats.org/officeDocument/2006/relationships/notesSlide" Target="/ppt/notesSlides/notesSlide8.xml" Id="R3c68bbbc19514a9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48ef5072da4b24" /><Relationship Type="http://schemas.openxmlformats.org/officeDocument/2006/relationships/notesSlide" Target="/ppt/notesSlides/notesSlide9.xml" Id="R89c5c4aa4b6d4a71" /></Relationships>
</file>

<file path=ppt/slides/slide1.xml><?xml version="1.0" encoding="utf-8"?>
<p:sld xmlns:p="http://schemas.openxmlformats.org/presentationml/2006/main">
  <p:cSld name="Atlas H2 2026 roadmap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07  ·  EXAMPLE  ·  AURORA H2 ROADMAP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Atlas H2 2026 roadmap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Post-sample path: revB, WiFi IP, platform hardening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Outcome themes + not-doing + capacity-honest plan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Outcome themes + not-doing + capacity-honest plan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EM Tools — Roadmap 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https://www.em-tools.io/engineering-manager-responsibilities/roadmap-planning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engineering 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 + program PM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+ steering (endorse map + priority rule)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Steering: eng, PM, IP/package partners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H1 delivered freeze, silicon, sample path. H2 must choose: sample support vs early WiFi IP integrate if capacity conflicts. RevB dual-mux AON still owed from Option B residual.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Without an explicit priority rule, partner teams will dual-commit Atlas and break sample SLA.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Endorse H2 themes; confirm default sample &gt; WiFi on conflict.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Endorse map; sample-first; revB AON in investment band; WiFi stretch.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Intake rule enforceable; partners plan against the same not-doing list.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Hallway commits return; sample and WiFi thrash.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2026-06-12 roadmap review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01 residual revB · 02 sample · 04/05 farm/seats · 06 hire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09 Q2 QBR (6/26) then 08 Q3 commit locks this map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endorse H2 themes; pick sample vs WiFi priorit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endorse H2 themes; pick sample vs WiFi priority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Themes: Sample · RevB · Platform  ·  Capacity A planned  ·  Decision: sample &gt; WiFi if conflict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Outcomes H2: (1) Tier-1 sample support (2) revB dual-clock AON (3) WiFi IP integrate-or-park.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Not-doing: new sensor hub SKU support; non-Aurora bring-up consulting.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Ask: endorse map; if conflict, sample path outranks WiFi IP by default.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Now / Next / Later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Now / Next / Later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NOW (through June): sample checklist (ship 6/30), USB3, cold-corner AON.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NEXT (Q3): revB AON dual mux; farm/seat expand; +1 DV ramp.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LATER (Q4): WiFi IP integration or explicit park; next-node exploration spike.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Gates: sample 6/30 · revB RTL target 9/15 · WiFi decision gate 8/01.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Already done earlier H1: AON B (3/20), freeze 4/10, TO 4/28, day-3 boot 5/15.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Capacity &amp; assumptions (A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Capacity &amp; assumptions (A)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H2 plan (assuming +1 DV mid-Q3 productive):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Outcomes ~65%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Investment (revB, farm) ~20%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• Unplanned ~15%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Assumptions: HelixSim seats land; PMIC revB on time; no second silicon spin.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Intake rul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Intake rule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Partner asks for non-Aurora bring-up help enter only with: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owner + displace (usually non-critical polish) + Alex ack.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Silent hallway commits are invalid — restate in steering.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380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Priority call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Keep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Displace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vs WiFi (REC sample)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Sample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WiFi early integrate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Design-win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80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RevB AON vs polish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RevB dual mux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Nice-to-have tools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From 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Atlas H2 roadmap as shown.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Confirm default: sample &gt; WiFi on capacity conflict.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Dependency owners: PMIC Ken; Package Rui; WiFi IP lead Sam.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2026-08-06T00:06:06Z</dcterms:created>
  <cp:lastModifiedBy>OfficeCLI</cp:lastModifiedBy>
  <dcterms:modified xsi:type="dcterms:W3CDTF">2026-08-06T00:06:06Z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2026-08-06T00:06:08Z</vt:lpwstr>
  </op:property>
</op:Properties>
</file>
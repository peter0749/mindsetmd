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717e56b858046c2" /><Relationship Type="http://schemas.openxmlformats.org/package/2006/relationships/metadata/core-properties" Target="/docProps/core.xml" Id="R0c26ebdc8f2c47e0" /><Relationship Type="http://schemas.openxmlformats.org/officeDocument/2006/relationships/extended-properties" Target="/docProps/app.xml" Id="Rf6ef589feb644caf" /><Relationship Type="http://schemas.openxmlformats.org/officeDocument/2006/relationships/custom-properties" Target="/docProps/custom.xml" Id="Rcb3910c3d85f43d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79da9505747439d"/>
  </p:notesMasterIdLst>
  <p:sldIdLst>
    <p:sldId id="256" r:id="R3138b93f0eaf45df"/>
    <p:sldId id="257" r:id="R51892287d90d46ea"/>
    <p:sldId id="258" r:id="R371cbe98614a4de6"/>
    <p:sldId id="259" r:id="R30d850b68c2e4507"/>
    <p:sldId id="260" r:id="R8e62ff5391224fc2"/>
    <p:sldId id="261" r:id="R2383d584a0174275"/>
    <p:sldId id="262" r:id="R32ce80d5fc06458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138b93f0eaf45df" /><Relationship Type="http://schemas.openxmlformats.org/officeDocument/2006/relationships/notesMaster" Target="/ppt/notesMasters/notesMaster1.xml" Id="R579da9505747439d" /><Relationship Type="http://schemas.openxmlformats.org/officeDocument/2006/relationships/slide" Target="/ppt/slides/slide2.xml" Id="R51892287d90d46ea" /><Relationship Type="http://schemas.openxmlformats.org/officeDocument/2006/relationships/slide" Target="/ppt/slides/slide3.xml" Id="R371cbe98614a4de6" /><Relationship Type="http://schemas.openxmlformats.org/officeDocument/2006/relationships/slide" Target="/ppt/slides/slide4.xml" Id="R30d850b68c2e4507" /><Relationship Type="http://schemas.openxmlformats.org/officeDocument/2006/relationships/slide" Target="/ppt/slides/slide5.xml" Id="R8e62ff5391224fc2" /><Relationship Type="http://schemas.openxmlformats.org/officeDocument/2006/relationships/slide" Target="/ppt/slides/slide6.xml" Id="R2383d584a0174275" /><Relationship Type="http://schemas.openxmlformats.org/officeDocument/2006/relationships/slide" Target="/ppt/slides/slide7.xml" Id="R32ce80d5fc0645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2936508452148a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825bb410ca14c29" /><Relationship Type="http://schemas.openxmlformats.org/officeDocument/2006/relationships/slide" Target="/ppt/slides/slide1.xml" Id="R7241a414e3ee43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0a447e2253410c" /><Relationship Type="http://schemas.openxmlformats.org/officeDocument/2006/relationships/slide" Target="/ppt/slides/slide2.xml" Id="Rbe24763fe4ae4b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5b1c6ec56d740da" /><Relationship Type="http://schemas.openxmlformats.org/officeDocument/2006/relationships/slide" Target="/ppt/slides/slide3.xml" Id="R5503d684619243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fffc0865cb4e96" /><Relationship Type="http://schemas.openxmlformats.org/officeDocument/2006/relationships/slide" Target="/ppt/slides/slide4.xml" Id="R9e0f8f4167c84d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be1e139c394070" /><Relationship Type="http://schemas.openxmlformats.org/officeDocument/2006/relationships/slide" Target="/ppt/slides/slide5.xml" Id="R0245b7e75dfb45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37f87e2455d4a46" /><Relationship Type="http://schemas.openxmlformats.org/officeDocument/2006/relationships/slide" Target="/ppt/slides/slide6.xml" Id="R77a94f28851c4e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db626aa04024c82" /><Relationship Type="http://schemas.openxmlformats.org/officeDocument/2006/relationships/slide" Target="/ppt/slides/slide7.xml" Id="R54c7321ec0e241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DV farm ROI → expand seats for H2 multi-program.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Schedule = money on spin.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Causal language carefully: farm contributed; not sole cause.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envelope.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ba50bd322345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65f51af5b493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a06459a2141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1f4e6b7620423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561275760478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dc3bd559dc143f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53e6e68674541" /><Relationship Type="http://schemas.openxmlformats.org/officeDocument/2006/relationships/notesSlide" Target="/ppt/notesSlides/notesSlide1.xml" Id="R6414a10c472d43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d6fe82edb4006" /><Relationship Type="http://schemas.openxmlformats.org/officeDocument/2006/relationships/notesSlide" Target="/ppt/notesSlides/notesSlide2.xml" Id="R8eb48d8d6dca4a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2404346b94cc1" /><Relationship Type="http://schemas.openxmlformats.org/officeDocument/2006/relationships/notesSlide" Target="/ppt/notesSlides/notesSlide3.xml" Id="R4067e1b5969e46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616e97c764ae2" /><Relationship Type="http://schemas.openxmlformats.org/officeDocument/2006/relationships/notesSlide" Target="/ppt/notesSlides/notesSlide4.xml" Id="Rcd8f2ac3d9ff49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c08c7b15f4fee" /><Relationship Type="http://schemas.openxmlformats.org/officeDocument/2006/relationships/notesSlide" Target="/ppt/notesSlides/notesSlide5.xml" Id="R364415e4d1114b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5203f51b042c7" /><Relationship Type="http://schemas.openxmlformats.org/officeDocument/2006/relationships/notesSlide" Target="/ppt/notesSlides/notesSlide6.xml" Id="R79450d9b03ca45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93558fd7645ea" /><Relationship Type="http://schemas.openxmlformats.org/officeDocument/2006/relationships/notesSlide" Target="/ppt/notesSlides/notesSlide7.xml" Id="Rfd43a337dfe44341" /></Relationships>
</file>

<file path=ppt/slides/slide1.xml><?xml version="1.0" encoding="utf-8"?>
<p:sld xmlns:p="http://schemas.openxmlformats.org/presentationml/2006/main">
  <p:cSld name="Shared DV farm — value after 2 quarter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EXAMPLE  ·  SHARED DV FARM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Shared DV farm — value after 2 quarters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Continue vs expand license seats for Aurora + next program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continue farm; expand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continue farm; expand +20 seats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EXPAND  ·  Payback ~5 months on avoided spin risk (assumptions labeled)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1.5 eng-q build + $180K/yr licenses (example dollars).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Benefit: regression wall-clock 18h → 6h; enabled extra sleep-exit coverage that caught AON bug pre-silicon.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expand seat pool +20 for H2 multi-program use.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Pre-farm: overnight regressions serialized Aurora + WiFi IP tests; freezes slipped when queues stacked.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Business lever: schedule integrity for tape-out and sample commits — not vanity CI.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Farm online → 3× parallel regressions → more loops per week → DDR training bug found on FPGA+farm combo → avoided likely day-1 hang on A0.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Leading metric: median regression 6h (n=12 weeks).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Lagging: freeze held 6/20; day-3 boot.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Without farm: estimate +2–3 weeks freeze pressure (range, not point).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Will not claim: full spin cost saved as certainty; only risk reduction with labeled assumption ($2–4M spin class, 15–25% probability avoided — planning range).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seats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$180K/yr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6h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Aurora + next 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+$60K/yr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Queue wait 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 / shrink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night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−$40K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risk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Expand +20 seats for H2.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(budget) / Alex (utilization report quarterly).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2026-05-30 finance window.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 sheet: DOC-FARM-ROI-04.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2026-08-05T23:16:55Z</dcterms:created>
  <cp:lastModifiedBy>OfficeCLI</cp:lastModifiedBy>
  <dcterms:modified xsi:type="dcterms:W3CDTF">2026-08-05T23:16:55Z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2026-08-05T23:16:57Z</vt:lpwstr>
  </op:property>
</op:Properties>
</file>
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c91749bc192434f" /><Relationship Type="http://schemas.openxmlformats.org/package/2006/relationships/metadata/core-properties" Target="/docProps/core.xml" Id="Rdb34f2d761ba483c" /><Relationship Type="http://schemas.openxmlformats.org/officeDocument/2006/relationships/extended-properties" Target="/docProps/app.xml" Id="R3521df4154524ae8" /><Relationship Type="http://schemas.openxmlformats.org/officeDocument/2006/relationships/custom-properties" Target="/docProps/custom.xml" Id="R8f05a006ed3f4bf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728e7a9da13e4736"/>
  </p:notesMasterIdLst>
  <p:sldIdLst>
    <p:sldId id="256" r:id="Rd066cfce782846d5"/>
    <p:sldId id="257" r:id="R125bfb3849f44263"/>
    <p:sldId id="258" r:id="Rb2c2ebdae0474b1a"/>
    <p:sldId id="259" r:id="R3f4902ff7a0f49b5"/>
    <p:sldId id="260" r:id="Re93841c456044f27"/>
    <p:sldId id="261" r:id="R98bff2cd8a64449c"/>
    <p:sldId id="262" r:id="Rb9eb643a92704c26"/>
    <p:sldId id="263" r:id="R01d0ab104a084577"/>
    <p:sldId id="264" r:id="R4bc4b3d5fcac4da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d066cfce782846d5" /><Relationship Type="http://schemas.openxmlformats.org/officeDocument/2006/relationships/notesMaster" Target="/ppt/notesMasters/notesMaster1.xml" Id="R728e7a9da13e4736" /><Relationship Type="http://schemas.openxmlformats.org/officeDocument/2006/relationships/slide" Target="/ppt/slides/slide2.xml" Id="R125bfb3849f44263" /><Relationship Type="http://schemas.openxmlformats.org/officeDocument/2006/relationships/slide" Target="/ppt/slides/slide3.xml" Id="Rb2c2ebdae0474b1a" /><Relationship Type="http://schemas.openxmlformats.org/officeDocument/2006/relationships/slide" Target="/ppt/slides/slide4.xml" Id="R3f4902ff7a0f49b5" /><Relationship Type="http://schemas.openxmlformats.org/officeDocument/2006/relationships/slide" Target="/ppt/slides/slide5.xml" Id="Re93841c456044f27" /><Relationship Type="http://schemas.openxmlformats.org/officeDocument/2006/relationships/slide" Target="/ppt/slides/slide6.xml" Id="R98bff2cd8a64449c" /><Relationship Type="http://schemas.openxmlformats.org/officeDocument/2006/relationships/slide" Target="/ppt/slides/slide7.xml" Id="Rb9eb643a92704c26" /><Relationship Type="http://schemas.openxmlformats.org/officeDocument/2006/relationships/slide" Target="/ppt/slides/slide8.xml" Id="R01d0ab104a084577" /><Relationship Type="http://schemas.openxmlformats.org/officeDocument/2006/relationships/slide" Target="/ppt/slides/slide9.xml" Id="R4bc4b3d5fcac4d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64afa4e9f7648ef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8e1e9402fe64c82" /><Relationship Type="http://schemas.openxmlformats.org/officeDocument/2006/relationships/slide" Target="/ppt/slides/slide1.xml" Id="Rd338f91a70bc42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0a480fdb49043c8" /><Relationship Type="http://schemas.openxmlformats.org/officeDocument/2006/relationships/slide" Target="/ppt/slides/slide2.xml" Id="R8907db79c6cb494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e62944b33224af2" /><Relationship Type="http://schemas.openxmlformats.org/officeDocument/2006/relationships/slide" Target="/ppt/slides/slide3.xml" Id="R3a41c757ff7649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3849b68943c43ec" /><Relationship Type="http://schemas.openxmlformats.org/officeDocument/2006/relationships/slide" Target="/ppt/slides/slide4.xml" Id="R726bb1d0565543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3bd468dd49742cd" /><Relationship Type="http://schemas.openxmlformats.org/officeDocument/2006/relationships/slide" Target="/ppt/slides/slide5.xml" Id="R5b8d0605830342a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7b695a281ed43bb" /><Relationship Type="http://schemas.openxmlformats.org/officeDocument/2006/relationships/slide" Target="/ppt/slides/slide6.xml" Id="R20082791cdd94a5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7e5821f025b4baf" /><Relationship Type="http://schemas.openxmlformats.org/officeDocument/2006/relationships/slide" Target="/ppt/slides/slide7.xml" Id="R89c34bfbb38a45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711dd4ed56f4355" /><Relationship Type="http://schemas.openxmlformats.org/officeDocument/2006/relationships/slide" Target="/ppt/slides/slide8.xml" Id="R882969d37b604d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e3f5dafc6694426" /><Relationship Type="http://schemas.openxmlformats.org/officeDocument/2006/relationships/slide" Target="/ppt/slides/slide9.xml" Id="R89a8c3b82e7246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First silicon day-3 boot → ask for Tier-1 sample plan approval.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Launch / silicon bring-up readout (impact first)</a:t>
            </a:r>
          </a:p>
          <a:p xmlns:a="http://schemas.openxmlformats.org/drawingml/2006/main">
            <a:r>
              <a:rPr lang="en-US"/>
              <a:t>MediaTek public 2nm tape-out milestone language: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/>
              <a:t>SRE Book — example postmortem impact summary shape: https://sre.google/sre-book/example-postmortem/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Launch / silicon bring-up readout (impact first)</a:t>
            </a:r>
          </a:p>
          <a:p xmlns:a="http://schemas.openxmlformats.org/drawingml/2006/main">
            <a:r>
              <a:rPr lang="en-US"/>
              <a:t>MediaTek public 2nm tape-out milestone language: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/>
              <a:t>SRE Book — example postmortem impact summary shape: https://sre.google/sre-book/example-postmortem/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Recommend=YES — approve sample plan; keep USB3 as parallel non-blocking work. by 2026-05-22 steering.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Celebrate briefly; land sample approval.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Same DoD as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Lead with boot and sample path.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Connect back to prior decisions.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Celebrate briefly; land sample approval.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6bef230163415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deafe054104ad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ea07079179466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51e5bde971470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5eb6098a8c4a35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c15b94836aee4533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f2785fa9ff4ca2" /><Relationship Type="http://schemas.openxmlformats.org/officeDocument/2006/relationships/notesSlide" Target="/ppt/notesSlides/notesSlide1.xml" Id="R5ef7a077f45643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bd04d3efe4821" /><Relationship Type="http://schemas.openxmlformats.org/officeDocument/2006/relationships/notesSlide" Target="/ppt/notesSlides/notesSlide2.xml" Id="R80dd4a21903342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f2e889517049b6" /><Relationship Type="http://schemas.openxmlformats.org/officeDocument/2006/relationships/notesSlide" Target="/ppt/notesSlides/notesSlide3.xml" Id="R8c72b42df2444f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7de6bbdc94445e" /><Relationship Type="http://schemas.openxmlformats.org/officeDocument/2006/relationships/notesSlide" Target="/ppt/notesSlides/notesSlide4.xml" Id="R1e00297df64b42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7256d2698a4093" /><Relationship Type="http://schemas.openxmlformats.org/officeDocument/2006/relationships/notesSlide" Target="/ppt/notesSlides/notesSlide5.xml" Id="Rc4f42fdedf384fa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953e0c072448ce" /><Relationship Type="http://schemas.openxmlformats.org/officeDocument/2006/relationships/notesSlide" Target="/ppt/notesSlides/notesSlide6.xml" Id="Rfcdb3b8f32154c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e620e7359d4341" /><Relationship Type="http://schemas.openxmlformats.org/officeDocument/2006/relationships/notesSlide" Target="/ppt/notesSlides/notesSlide7.xml" Id="R8dd53b3441cb41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fe8299da74641" /><Relationship Type="http://schemas.openxmlformats.org/officeDocument/2006/relationships/notesSlide" Target="/ppt/notesSlides/notesSlide8.xml" Id="R32bcbfcd42244b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55771f322b47fc" /><Relationship Type="http://schemas.openxmlformats.org/officeDocument/2006/relationships/notesSlide" Target="/ppt/notesSlides/notesSlide9.xml" Id="Rc81ae10339494479" /></Relationships>
</file>

<file path=ppt/slides/slide1.xml><?xml version="1.0" encoding="utf-8"?>
<p:sld xmlns:p="http://schemas.openxmlformats.org/presentationml/2006/main">
  <p:cSld name="Aurora first silicon: day-3 boot achieved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02  ·  EXAMPLE  ·  FIRST SILICON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Aurora first silicon: day-3 boot achieved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Bring-up readout for VP Eng + program — sample path unlocked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Launch / silicon bring-up readout (impact first)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Launch / silicon bring-up readout (impact first)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MediaTek public 2nm tape-out milestone language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SRE Book — example postmortem impact summary shape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https://sre.google/sre-book/example-postmortem/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Platform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— VP Eng (sample plan endorsement)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VP Eng, program PM, package/IO leads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Aurora A0 returned from fab 2026-05-12. Bring-up hit Linux prompt on day 3 (target was day 5). AON Option B (decided 3/20) held freeze 4/10 → TO 4/28 → this silicon.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Tier-1 wants samples by 2026-06-30 for design-win demo. Delay on sample plan blocks customer schedule; USB3 still yellow but not sample-critical.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Approve customer sample plan targeting 2026-06-30 shipment (yes/no).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YES — approve sample plan; keep USB3 as parallel non-blocking work.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Checklist owners fire; golden + 1 variant boards for Tier-1.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Design-win demo slips; competitive window narrows.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2026-05-22 steering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01 AON Option B → freeze 4/10 → TO 4/28 → silicon 5/12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03 org health (people yellow) · 06 +1 DV if sample surge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first silicon green on critical path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first silicon green on critical path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GREEN  ·  Day-3 Linux boot on A0 (silicon 5/12)  ·  Ask: sample plan for 6/30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Outcome: Aurora A0 (fab return 2026-05-12) brought up; UART + DDR + Linux prompt on day 3 (target day 5).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Impact: unlocks Tier-1 sample commit for end of June; de-risks H2 design-win demo.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Residual: USB3 not yet stable (ECO-22); not on sample critical path.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Prior: AON Option B (3/20) held RTL freeze 4/10 → tape-out 4/28 → this bring-up.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Goal recall (period star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Goal recall (period start)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Q2 commit (period-start deck): first silicon bring-up with day-5 boot target; UART+DDR minimum for internal validation.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Definition of done unchanged — no goalpost move.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utcome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 metrics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Boot day: target ≤5 / actual 3  (Δ −2 days)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Critical open bugs at handoff: target ≤5 / actual 4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sleep-exit (from tech review B): pass on 2/3 corners; cold corner in flight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Power (idle AON): target ≤2.1 mW / measured 1.9 mW at iso-perf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How we got here + learning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How we got here + learnings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Phased AON clock (Option B, decided 3/20) held freeze 4/10 — paid off in clean bring-up.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Pre-silicon FPGA catch of DDR training bug avoided day-1 hang.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Shared DV farm cut regression from 18h → 6h (see benefit deck).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Keep: freeze discipline. Stop: ad-hoc board rework without ECO. Start: sample checklist owner.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9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Next step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Customer sample plan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Alex + 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2026-05-22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Needs Morgan approve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USB3 stabilize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IO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2026-06-10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Not sample-blocking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Cold-corner AON retest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Priya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2026-05-25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From 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Ask: Approve customer sample plan targeting 2026-06-30 shipment to Tier-1.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Lee endorsement; Alex executes checklist.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2026-05-22 steering (presentation date ~2026-05-16).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No HC ask here (see resource deck if sample surge).</a:t>
            </a:r>
          </a:p>
        </p:txBody>
      </p:sp>
      <p:sp>
        <p:nvSpPr>
          <p:cNvPr id="100034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2026-08-06T00:05:40Z</dcterms:created>
  <cp:lastModifiedBy>OfficeCLI</cp:lastModifiedBy>
  <dcterms:modified xsi:type="dcterms:W3CDTF">2026-08-06T00:05:40Z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2026-08-06T00:05:41Z</vt:lpwstr>
  </op:property>
</op:Properties>
</file>
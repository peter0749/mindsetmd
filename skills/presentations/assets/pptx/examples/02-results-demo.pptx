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0c4cc6851344dca" /><Relationship Type="http://schemas.openxmlformats.org/package/2006/relationships/metadata/core-properties" Target="/docProps/core.xml" Id="Rbca37eb1d6c74436" /><Relationship Type="http://schemas.openxmlformats.org/officeDocument/2006/relationships/extended-properties" Target="/docProps/app.xml" Id="R15408c1f243c4ddd" /><Relationship Type="http://schemas.openxmlformats.org/officeDocument/2006/relationships/custom-properties" Target="/docProps/custom.xml" Id="R25b51a41a8e94c5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d5a4814f5eff4473"/>
  </p:notesMasterIdLst>
  <p:sldIdLst>
    <p:sldId id="256" r:id="R5c95986e3e8a4dc9"/>
    <p:sldId id="257" r:id="R0368bf4f75404c8a"/>
    <p:sldId id="258" r:id="R2dd9edbfc48149c1"/>
    <p:sldId id="259" r:id="R38a2c70459d6401f"/>
    <p:sldId id="260" r:id="R4f99bf01a71241e4"/>
    <p:sldId id="261" r:id="Rd36157b6ebdb4fc6"/>
    <p:sldId id="262" r:id="Rc9baf2b89b344868"/>
    <p:sldId id="263" r:id="R8b60cff412b34854"/>
    <p:sldId id="264" r:id="R18e3919b7bf641f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c95986e3e8a4dc9" /><Relationship Type="http://schemas.openxmlformats.org/officeDocument/2006/relationships/notesMaster" Target="/ppt/notesMasters/notesMaster1.xml" Id="Rd5a4814f5eff4473" /><Relationship Type="http://schemas.openxmlformats.org/officeDocument/2006/relationships/slide" Target="/ppt/slides/slide2.xml" Id="R0368bf4f75404c8a" /><Relationship Type="http://schemas.openxmlformats.org/officeDocument/2006/relationships/slide" Target="/ppt/slides/slide3.xml" Id="R2dd9edbfc48149c1" /><Relationship Type="http://schemas.openxmlformats.org/officeDocument/2006/relationships/slide" Target="/ppt/slides/slide4.xml" Id="R38a2c70459d6401f" /><Relationship Type="http://schemas.openxmlformats.org/officeDocument/2006/relationships/slide" Target="/ppt/slides/slide5.xml" Id="R4f99bf01a71241e4" /><Relationship Type="http://schemas.openxmlformats.org/officeDocument/2006/relationships/slide" Target="/ppt/slides/slide6.xml" Id="Rd36157b6ebdb4fc6" /><Relationship Type="http://schemas.openxmlformats.org/officeDocument/2006/relationships/slide" Target="/ppt/slides/slide7.xml" Id="Rc9baf2b89b344868" /><Relationship Type="http://schemas.openxmlformats.org/officeDocument/2006/relationships/slide" Target="/ppt/slides/slide8.xml" Id="R8b60cff412b34854" /><Relationship Type="http://schemas.openxmlformats.org/officeDocument/2006/relationships/slide" Target="/ppt/slides/slide9.xml" Id="R18e3919b7bf641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acd7bdf8fd24d21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939913566c5418a" /><Relationship Type="http://schemas.openxmlformats.org/officeDocument/2006/relationships/slide" Target="/ppt/slides/slide1.xml" Id="R4095c78f30d540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584fdf206e243e4" /><Relationship Type="http://schemas.openxmlformats.org/officeDocument/2006/relationships/slide" Target="/ppt/slides/slide2.xml" Id="R1bbf2557a66449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3adcc25709f4ed0" /><Relationship Type="http://schemas.openxmlformats.org/officeDocument/2006/relationships/slide" Target="/ppt/slides/slide3.xml" Id="R10bd1212751c4e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10f3f04005e4eeb" /><Relationship Type="http://schemas.openxmlformats.org/officeDocument/2006/relationships/slide" Target="/ppt/slides/slide4.xml" Id="R275ae12a484a46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0a45425dc124bbe" /><Relationship Type="http://schemas.openxmlformats.org/officeDocument/2006/relationships/slide" Target="/ppt/slides/slide5.xml" Id="R2e432f67b5cf45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2cddbe36d78413a" /><Relationship Type="http://schemas.openxmlformats.org/officeDocument/2006/relationships/slide" Target="/ppt/slides/slide6.xml" Id="R5d6d3175efb049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ddd4eb1d6a34a72" /><Relationship Type="http://schemas.openxmlformats.org/officeDocument/2006/relationships/slide" Target="/ppt/slides/slide7.xml" Id="Raad606c84c3046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e314b18d0b54e60" /><Relationship Type="http://schemas.openxmlformats.org/officeDocument/2006/relationships/slide" Target="/ppt/slides/slide8.xml" Id="R5ee9ffad757147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a7f4fdb4d3f4aae" /><Relationship Type="http://schemas.openxmlformats.org/officeDocument/2006/relationships/slide" Target="/ppt/slides/slide9.xml" Id="R6a97ba5241064e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First silicon day-3 boot → ask for Tier-1 sample plan approval.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Recommend=YES — approve sample plan; keep USB3 as parallel non-blocking work. by 2026-05-22 steering.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DoD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 with boot and sample path.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Connect back to prior decisions.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5bb14797ce4e2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ff77f8df684d4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ec09c84c3f4ad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bc94788a51406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f9050c90db430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21bb6a598ab4c5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b101b0b794774" /><Relationship Type="http://schemas.openxmlformats.org/officeDocument/2006/relationships/notesSlide" Target="/ppt/notesSlides/notesSlide1.xml" Id="R826ae93c562b4c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67a7b94224ef8" /><Relationship Type="http://schemas.openxmlformats.org/officeDocument/2006/relationships/notesSlide" Target="/ppt/notesSlides/notesSlide2.xml" Id="Rf96538a3ae1446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6896b8fe747a5" /><Relationship Type="http://schemas.openxmlformats.org/officeDocument/2006/relationships/notesSlide" Target="/ppt/notesSlides/notesSlide3.xml" Id="R1868de06895741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982866dc24500" /><Relationship Type="http://schemas.openxmlformats.org/officeDocument/2006/relationships/notesSlide" Target="/ppt/notesSlides/notesSlide4.xml" Id="R123ea29caef244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47a279ac14bd2" /><Relationship Type="http://schemas.openxmlformats.org/officeDocument/2006/relationships/notesSlide" Target="/ppt/notesSlides/notesSlide5.xml" Id="R38a9f3fce74e4d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b6f965b0ca4258" /><Relationship Type="http://schemas.openxmlformats.org/officeDocument/2006/relationships/notesSlide" Target="/ppt/notesSlides/notesSlide6.xml" Id="Rc1bf28c5f8c946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490a23c3df425d" /><Relationship Type="http://schemas.openxmlformats.org/officeDocument/2006/relationships/notesSlide" Target="/ppt/notesSlides/notesSlide7.xml" Id="R4ac586347e8442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572e703e14b34" /><Relationship Type="http://schemas.openxmlformats.org/officeDocument/2006/relationships/notesSlide" Target="/ppt/notesSlides/notesSlide8.xml" Id="R0e6adee4d36d41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470a7426bb427d" /><Relationship Type="http://schemas.openxmlformats.org/officeDocument/2006/relationships/notesSlide" Target="/ppt/notesSlides/notesSlide9.xml" Id="R2f564ab838b84010" /></Relationships>
</file>

<file path=ppt/slides/slide1.xml><?xml version="1.0" encoding="utf-8"?>
<p:sld xmlns:p="http://schemas.openxmlformats.org/presentationml/2006/main">
  <p:cSld name="Aurora first silicon: day-3 boot achieve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02  ·  EXAMPLE  ·  FIRST SILICON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Aurora first silicon: day-3 boot achieved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Bring-up readout for VP Eng + program — sample path unlocked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Launch / silicon bring-up readout (impact first)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Launch / silicon bring-up readout (impact first)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MediaTek public 2nm tape-out milestone language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SRE Book — example postmortem impact summary shape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https://sre.google/sre-book/example-postmortem/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Platform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 (sample plan endorsement)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Eng, program PM, package/IO leads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Aurora A0 returned from fab 2026-05-12. Bring-up hit Linux prompt on day 3 (target was day 5). AON Option B (decided 3/20) held freeze 4/10 → TO 4/28 → this silicon.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Tier-1 wants samples by 2026-06-30 for design-win demo. Delay on sample plan blocks customer schedule; USB3 still yellow but not sample-critical.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Approve customer sample plan targeting 2026-06-30 shipment (yes/no).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YES — approve sample plan; keep USB3 as parallel non-blocking work.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Checklist owners fire; golden + 1 variant boards for Tier-1.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Design-win demo slips; competitive window narrows.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2026-05-22 steering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01 AON Option B → freeze 4/10 → TO 4/28 → silicon 5/12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03 org health (people yellow) · 06 +1 DV if sample surge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first silicon green on critical path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first silicon green on critical path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GREEN  ·  Day-3 Linux boot on A0 (silicon 5/12)  ·  Ask: sample plan for 6/30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Outcome: Aurora A0 (fab return 2026-05-12) brought up; UART + DDR + Linux prompt on day 3 (target day 5).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Impact: unlocks Tier-1 sample commit for end of June; de-risks H2 design-win demo.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Residual: USB3 not yet stable (ECO-22); not on sample critical path.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Prior: AON Option B (3/20) held RTL freeze 4/10 → tape-out 4/28 → this bring-up.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Goal recall (period star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Goal recall (period start)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commit (period-start deck): first silicon bring-up with day-5 boot target; UART+DDR minimum for internal validation.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Definition of done unchanged — no goalpost move.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utcome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 metrics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Boot day: target ≤5 / actual 3  (Δ −2 days)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open bugs at handoff: target ≤5 / actual 4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sleep-exit (from tech review B): pass on 2/3 corners; cold corner in flight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Power (idle AON): target ≤2.1 mW / measured 1.9 mW at iso-perf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How we got here + learning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How we got here + learnings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Phased AON clock (Option B, decided 3/20) held freeze 4/10 — paid off in clean bring-up.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Pre-silicon FPGA catch of DDR training bug avoided day-1 hang.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Shared DV farm cut regression from 18h → 6h (see benefit deck).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Keep: freeze discipline. Stop: ad-hoc board rework without ECO. Start: sample checklist owner.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step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Customer sample plan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Alex +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Morgan approve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stabilize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IO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2026-06-10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Not sample-blocking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Cold-corner AON retest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Priya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Approve customer sample plan targeting 2026-06-30 shipment to Tier-1.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endorsement; Alex executes checklist.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2026-05-22 steering (presentation date ~2026-05-16).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No HC ask here (see resource deck if sample surge).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2026-08-05T23:46:49Z</dcterms:created>
  <cp:lastModifiedBy>OfficeCLI</cp:lastModifiedBy>
  <dcterms:modified xsi:type="dcterms:W3CDTF">2026-08-05T23:46:49Z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2026-08-05T23:46:50Z</vt:lpwstr>
  </op:property>
</op:Properties>
</file>
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c50a06d8aaf4efe" /><Relationship Type="http://schemas.openxmlformats.org/package/2006/relationships/metadata/core-properties" Target="/docProps/core.xml" Id="R1b8e30d878cb412e" /><Relationship Type="http://schemas.openxmlformats.org/officeDocument/2006/relationships/extended-properties" Target="/docProps/app.xml" Id="R4a639525bd3c4850" /><Relationship Type="http://schemas.openxmlformats.org/officeDocument/2006/relationships/custom-properties" Target="/docProps/custom.xml" Id="R694b95ecf30045c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c84bd74129b4663"/>
  </p:notesMasterIdLst>
  <p:sldIdLst>
    <p:sldId id="256" r:id="R86ff761c138240fd"/>
    <p:sldId id="257" r:id="Rd8a7e1b7ec0046cf"/>
    <p:sldId id="258" r:id="Rc4267e39514d4d6f"/>
    <p:sldId id="259" r:id="R87e51c6dbaef4526"/>
    <p:sldId id="260" r:id="R17bf030451d740cf"/>
    <p:sldId id="261" r:id="R5eea381c809f4bb8"/>
    <p:sldId id="262" r:id="Rf294eb06b98a45c6"/>
    <p:sldId id="263" r:id="R4882c2c5f3284a6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6ff761c138240fd" /><Relationship Type="http://schemas.openxmlformats.org/officeDocument/2006/relationships/notesMaster" Target="/ppt/notesMasters/notesMaster1.xml" Id="R2c84bd74129b4663" /><Relationship Type="http://schemas.openxmlformats.org/officeDocument/2006/relationships/slide" Target="/ppt/slides/slide2.xml" Id="Rd8a7e1b7ec0046cf" /><Relationship Type="http://schemas.openxmlformats.org/officeDocument/2006/relationships/slide" Target="/ppt/slides/slide3.xml" Id="Rc4267e39514d4d6f" /><Relationship Type="http://schemas.openxmlformats.org/officeDocument/2006/relationships/slide" Target="/ppt/slides/slide4.xml" Id="R87e51c6dbaef4526" /><Relationship Type="http://schemas.openxmlformats.org/officeDocument/2006/relationships/slide" Target="/ppt/slides/slide5.xml" Id="R17bf030451d740cf" /><Relationship Type="http://schemas.openxmlformats.org/officeDocument/2006/relationships/slide" Target="/ppt/slides/slide6.xml" Id="R5eea381c809f4bb8" /><Relationship Type="http://schemas.openxmlformats.org/officeDocument/2006/relationships/slide" Target="/ppt/slides/slide7.xml" Id="Rf294eb06b98a45c6" /><Relationship Type="http://schemas.openxmlformats.org/officeDocument/2006/relationships/slide" Target="/ppt/slides/slide8.xml" Id="R4882c2c5f328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156bfc24fd4a5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f01f35c10b743bb" /><Relationship Type="http://schemas.openxmlformats.org/officeDocument/2006/relationships/slide" Target="/ppt/slides/slide1.xml" Id="Ref51274c7e9e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1d6235a1af4e0a" /><Relationship Type="http://schemas.openxmlformats.org/officeDocument/2006/relationships/slide" Target="/ppt/slides/slide2.xml" Id="R3c0470926d9d4e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964501c22e4955" /><Relationship Type="http://schemas.openxmlformats.org/officeDocument/2006/relationships/slide" Target="/ppt/slides/slide3.xml" Id="R369e37d8adc549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6e9c39826245a0" /><Relationship Type="http://schemas.openxmlformats.org/officeDocument/2006/relationships/slide" Target="/ppt/slides/slide4.xml" Id="R28faede180dd4a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6300e9a1764d68" /><Relationship Type="http://schemas.openxmlformats.org/officeDocument/2006/relationships/slide" Target="/ppt/slides/slide5.xml" Id="Rd6fa6489edf1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a9e55ff27ef43d4" /><Relationship Type="http://schemas.openxmlformats.org/officeDocument/2006/relationships/slide" Target="/ppt/slides/slide6.xml" Id="Rae3354d75fcb48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694f031a5f413c" /><Relationship Type="http://schemas.openxmlformats.org/officeDocument/2006/relationships/slide" Target="/ppt/slides/slide7.xml" Id="R015a2f872ab24d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84bd8cc3f904922" /><Relationship Type="http://schemas.openxmlformats.org/officeDocument/2006/relationships/slide" Target="/ppt/slides/slide8.xml" Id="Rf1fb65889e75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(example). First silicon day-3 boot → ask for Tier-1 sample plan approval.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Launch / silicon bring-up readout (impact first)</a:t>
            </a:r>
          </a:p>
          <a:p xmlns:a="http://schemas.openxmlformats.org/drawingml/2006/main">
            <a:r>
              <a:rPr lang="en-US"/>
              <a:t>MediaTek public 2nm tape-out milestone language: https://www.mediatek.com/press-room/mediatek-develops-chip-utilizing-tsmcs-2nm-process-achieving-milestones-in-performance-andpower-efficiency</a:t>
            </a:r>
          </a:p>
          <a:p xmlns:a="http://schemas.openxmlformats.org/drawingml/2006/main">
            <a:r>
              <a:rPr lang="en-US"/>
              <a:t>SRE Book — example postmortem impact summary shape: https://sre.google/sre-book/example-postmortem/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Launch / silicon bring-up readout (impact first)</a:t>
            </a:r>
          </a:p>
          <a:p xmlns:a="http://schemas.openxmlformats.org/drawingml/2006/main">
            <a:r>
              <a:rPr lang="en-US"/>
              <a:t>MediaTek public 2nm tape-out milestone language: https://www.mediatek.com/press-room/mediatek-develops-chip-utilizing-tsmcs-2nm-process-achieving-milestones-in-performance-andpower-efficiency</a:t>
            </a:r>
          </a:p>
          <a:p xmlns:a="http://schemas.openxmlformats.org/drawingml/2006/main">
            <a:r>
              <a:rPr lang="en-US"/>
              <a:t>SRE Book — example postmortem impact summary shape: https://sre.google/sre-book/example-postmortem/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Celebrate briefly; land sample approval.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Same DoD as kickoff.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Lead with boot and sample path.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Connect back to prior decisions.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Celebrate briefly; land sample approval.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6ebce7a004e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98dbf704a4a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195224fc249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d6d97a5e546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8497ff6ed47d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379a94ba89b49e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2e5e9201242f8" /><Relationship Type="http://schemas.openxmlformats.org/officeDocument/2006/relationships/notesSlide" Target="/ppt/notesSlides/notesSlide1.xml" Id="Rb052155ff09b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1b6da60ec43c8" /><Relationship Type="http://schemas.openxmlformats.org/officeDocument/2006/relationships/notesSlide" Target="/ppt/notesSlides/notesSlide2.xml" Id="R65045b18b508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388ac7ef34a08" /><Relationship Type="http://schemas.openxmlformats.org/officeDocument/2006/relationships/notesSlide" Target="/ppt/notesSlides/notesSlide3.xml" Id="Ra491b81e1bb242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c78eebae1420d" /><Relationship Type="http://schemas.openxmlformats.org/officeDocument/2006/relationships/notesSlide" Target="/ppt/notesSlides/notesSlide4.xml" Id="R0b09dd3d88aa48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70422edad48c9" /><Relationship Type="http://schemas.openxmlformats.org/officeDocument/2006/relationships/notesSlide" Target="/ppt/notesSlides/notesSlide5.xml" Id="Rd08f24aa7c64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05c54174845d8" /><Relationship Type="http://schemas.openxmlformats.org/officeDocument/2006/relationships/notesSlide" Target="/ppt/notesSlides/notesSlide6.xml" Id="Rc980bc84132b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afcb5ff664fee" /><Relationship Type="http://schemas.openxmlformats.org/officeDocument/2006/relationships/notesSlide" Target="/ppt/notesSlides/notesSlide7.xml" Id="R2c2c3483d6ab43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78e2700c241de" /><Relationship Type="http://schemas.openxmlformats.org/officeDocument/2006/relationships/notesSlide" Target="/ppt/notesSlides/notesSlide8.xml" Id="R7faa942c93614df8" /></Relationships>
</file>

<file path=ppt/slides/slide1.xml><?xml version="1.0" encoding="utf-8"?>
<p:sld xmlns:p="http://schemas.openxmlformats.org/presentationml/2006/main">
  <p:cSld name="Aurora first silicon: day-3 boot achieved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02  ·  EXAMPLE  ·  FIRST SILICON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Aurora first silicon: day-3 boot achieved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Bring-up readout for VP Eng + program — sample path unlocked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Launch / silicon bring-up readout (impact first)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EXAMPLE  ·  Atlas Platform  ·  Project Aurora  ·  NovaSemi  · 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Launch / silicon bring-up readout (impact first)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MediaTek public 2nm tape-out milestone language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https://www.mediatek.com/press-room/mediatek-develops-chip-utilizing-tsmcs-2nm-process-achieving-milestones-in-performance-andpower-efficiency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SRE Book — example postmortem impact summary shape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https://sre.google/sre-book/example-postmortem/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LUF — first silicon green on critical path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first silicon green on critical path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Status: GREEN  ·  Day-3 Linux boot on A0 (silicon 5/12)  ·  Ask: sample plan for 6/30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Outcome: Aurora A0 (fab return 2026-05-12) brought up; UART + DDR + Linux prompt on day 3 (target day 5).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Impact: unlocks Tier-1 sample commit for end of June; de-risks H2 design-win demo.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Residual: USB3 not yet stable (ECO-22); not on sample critical path.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Prior: AON Option B (3/20) held RTL freeze 4/10 → tape-out 4/28 → this bring-up.</a:t>
            </a:r>
          </a:p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Goal recall (period start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Goal recall (period start)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Q2 commit (period-start deck): first silicon bring-up with day-5 boot target; UART+DDR minimum for internal validation.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Definition of done unchanged — no goalpost move.</a:t>
            </a:r>
          </a:p>
        </p:txBody>
      </p:sp>
      <p:sp>
        <p:nvSpPr>
          <p:cNvPr id="10001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Outcome metric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Outcome metrics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Boot day: target ≤5 / actual 3  (Δ −2 days)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Critical open bugs at handoff: target ≤5 / actual 4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AON sleep-exit (from tech review B): pass on 2/3 corners; cold corner in flight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Power (idle AON): target ≤2.1 mW / measured 1.9 mW at iso-perf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How we got here + learning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How we got here + learnings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1. Phased AON clock (Option B, decided 3/20) held freeze 4/10 — paid off in clean bring-up.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2. Pre-silicon FPGA catch of DDR training bug avoided day-1 hang.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3. Shared DV farm cut regression from 18h → 6h (see benefit deck).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Keep: freeze discipline. Stop: ad-hoc board rework without ECO. Start: sample checklist owner.</a:t>
            </a:r>
          </a:p>
        </p:txBody>
      </p:sp>
      <p:sp>
        <p:nvSpPr>
          <p:cNvPr id="100022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3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4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5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Next step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Customer sample plan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Alex +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2026-05-22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Needs Morgan 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USB3 stabilize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IO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2026-06-10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Not sample-blocking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Cold-corner AON retest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Priya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2026-05-25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From tech 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7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8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9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Ask: Approve customer sample plan targeting 2026-06-30 shipment to Tier-1.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Owner: Morgan Lee endorsement; Alex executes checklist.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By: 2026-05-22 steering (presentation date ~2026-05-16).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No HC ask here (see resource deck if sample surge).</a:t>
            </a:r>
          </a:p>
        </p:txBody>
      </p:sp>
      <p:sp>
        <p:nvSpPr>
          <p:cNvPr id="100030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Atlas Platform  ·  Project Aurora  ·  NovaSemi  · 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2026-08-05T23:41:18Z</dcterms:created>
  <cp:lastModifiedBy>OfficeCLI</cp:lastModifiedBy>
  <dcterms:modified xsi:type="dcterms:W3CDTF">2026-08-05T23:41:18Z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2026-08-05T23:41:19Z</vt:lpwstr>
  </op:property>
</op:Properties>
</file>
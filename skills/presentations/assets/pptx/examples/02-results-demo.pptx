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e0ce960a1c644a1" /><Relationship Type="http://schemas.openxmlformats.org/package/2006/relationships/metadata/core-properties" Target="/docProps/core.xml" Id="R7ac377092d0f46e9" /><Relationship Type="http://schemas.openxmlformats.org/officeDocument/2006/relationships/extended-properties" Target="/docProps/app.xml" Id="R61d631aac1254321" /><Relationship Type="http://schemas.openxmlformats.org/officeDocument/2006/relationships/custom-properties" Target="/docProps/custom.xml" Id="R959da671bd8642b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1ccebc9207ea486e"/>
  </p:notesMasterIdLst>
  <p:sldIdLst>
    <p:sldId id="256" r:id="R17d748b613d34444"/>
    <p:sldId id="257" r:id="R96883aa7a4f449c8"/>
    <p:sldId id="258" r:id="Rfca41b8b44ca4c75"/>
    <p:sldId id="259" r:id="R7dd94f37df8b47f1"/>
    <p:sldId id="260" r:id="R57199d66af1f4de9"/>
    <p:sldId id="261" r:id="R200c1dc0cacd4fcd"/>
    <p:sldId id="262" r:id="Re834e4129b1b45a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17d748b613d34444" /><Relationship Type="http://schemas.openxmlformats.org/officeDocument/2006/relationships/notesMaster" Target="/ppt/notesMasters/notesMaster1.xml" Id="R1ccebc9207ea486e" /><Relationship Type="http://schemas.openxmlformats.org/officeDocument/2006/relationships/slide" Target="/ppt/slides/slide2.xml" Id="R96883aa7a4f449c8" /><Relationship Type="http://schemas.openxmlformats.org/officeDocument/2006/relationships/slide" Target="/ppt/slides/slide3.xml" Id="Rfca41b8b44ca4c75" /><Relationship Type="http://schemas.openxmlformats.org/officeDocument/2006/relationships/slide" Target="/ppt/slides/slide4.xml" Id="R7dd94f37df8b47f1" /><Relationship Type="http://schemas.openxmlformats.org/officeDocument/2006/relationships/slide" Target="/ppt/slides/slide5.xml" Id="R57199d66af1f4de9" /><Relationship Type="http://schemas.openxmlformats.org/officeDocument/2006/relationships/slide" Target="/ppt/slides/slide6.xml" Id="R200c1dc0cacd4fcd" /><Relationship Type="http://schemas.openxmlformats.org/officeDocument/2006/relationships/slide" Target="/ppt/slides/slide7.xml" Id="Re834e4129b1b45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d654bd84fa6473c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e1c50c8df7344b3" /><Relationship Type="http://schemas.openxmlformats.org/officeDocument/2006/relationships/slide" Target="/ppt/slides/slide1.xml" Id="R9ed0c071783645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eb57d29268541dd" /><Relationship Type="http://schemas.openxmlformats.org/officeDocument/2006/relationships/slide" Target="/ppt/slides/slide2.xml" Id="Rd17ce5d985eb49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2ace2a6fe1740c6" /><Relationship Type="http://schemas.openxmlformats.org/officeDocument/2006/relationships/slide" Target="/ppt/slides/slide3.xml" Id="Re7d75d6bc075475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771e01cf78e4d9e" /><Relationship Type="http://schemas.openxmlformats.org/officeDocument/2006/relationships/slide" Target="/ppt/slides/slide4.xml" Id="R7a1bcecf17d942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6205f0176f54107" /><Relationship Type="http://schemas.openxmlformats.org/officeDocument/2006/relationships/slide" Target="/ppt/slides/slide5.xml" Id="Rc761d617526946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cf13ace96f14cb2" /><Relationship Type="http://schemas.openxmlformats.org/officeDocument/2006/relationships/slide" Target="/ppt/slides/slide6.xml" Id="R9cb48075164d4e9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c93864a18f645a3" /><Relationship Type="http://schemas.openxmlformats.org/officeDocument/2006/relationships/slide" Target="/ppt/slides/slide7.xml" Id="R8b9b698f37d24c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First silicon day-3 boot → ask for Tier-1 sample plan approval.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Celebrate briefly; land sample approval.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Same DoD as kickoff.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Lead with boot and sample path.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Connect back to prior decisions.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Celebrate briefly; land sample approval.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e32bf4f91e471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1d2aa80a0e451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823cf3dab7442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dad71f0cf8456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af9881428f49d3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d0df259580fc469f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28224367444d4" /><Relationship Type="http://schemas.openxmlformats.org/officeDocument/2006/relationships/notesSlide" Target="/ppt/notesSlides/notesSlide1.xml" Id="Rf8b875a9580744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2ffe0985524d89" /><Relationship Type="http://schemas.openxmlformats.org/officeDocument/2006/relationships/notesSlide" Target="/ppt/notesSlides/notesSlide2.xml" Id="Rff1dd544e78741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af94be61d04ce1" /><Relationship Type="http://schemas.openxmlformats.org/officeDocument/2006/relationships/notesSlide" Target="/ppt/notesSlides/notesSlide3.xml" Id="Rc3506fd1291646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046971dee14a67" /><Relationship Type="http://schemas.openxmlformats.org/officeDocument/2006/relationships/notesSlide" Target="/ppt/notesSlides/notesSlide4.xml" Id="Rbf2918856c534c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fb88ea6bf4b1b" /><Relationship Type="http://schemas.openxmlformats.org/officeDocument/2006/relationships/notesSlide" Target="/ppt/notesSlides/notesSlide5.xml" Id="Rb8d94dc198be48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a5835ee76f400e" /><Relationship Type="http://schemas.openxmlformats.org/officeDocument/2006/relationships/notesSlide" Target="/ppt/notesSlides/notesSlide6.xml" Id="Rc3099deaa9fa4a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c103b78f914d00" /><Relationship Type="http://schemas.openxmlformats.org/officeDocument/2006/relationships/notesSlide" Target="/ppt/notesSlides/notesSlide7.xml" Id="R58800527dad44b27" /></Relationships>
</file>

<file path=ppt/slides/slide1.xml><?xml version="1.0" encoding="utf-8"?>
<p:sld xmlns:p="http://schemas.openxmlformats.org/presentationml/2006/main">
  <p:cSld name="Aurora first silicon: day-3 boot achieved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02  ·  EXAMPLE  ·  FIRST SILICON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Aurora first silicon: day-3 boot achieved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Bring-up readout for VP Eng + program — sample path unlocked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first silicon green on critical path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first silicon green on critical path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GREEN  ·  Day-3 Linux boot on A0  ·  Ask: approve customer sample plan for 6/30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Outcome: Aurora A0 brought up; UART + DDR init + Linux prompt on day 3 (target was day 5).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Impact: unlocks Tier-1 sample commit for end of June; de-risks H2 design-win demo.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Residual: USB3 not yet stable (known; tracked under ECO-22); not on sample critical path.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Goal recall (period star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Goal recall (period start)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Q2 commit (period-start deck): first silicon bring-up with day-5 boot target; UART+DDR minimum for internal validation.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Definition of done unchanged — no goalpost move.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Outcome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 metrics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Boot day: target ≤5 / actual 3  (Δ −2 days)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Critical open bugs at handoff: target ≤5 / actual 4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sleep-exit (from tech review B): pass on 2/3 corners; cold corner in flight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Power (idle AON): target ≤2.1 mW / measured 1.9 mW at iso-perf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How we got here + learning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How we got here + learnings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Phased AON clock (Option B) kept freeze — paid off in clean bring-up.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Pre-silicon FPGA catch of DDR training bug avoided day-1 hang.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Shared DV farm cut regression from 18h → 6h (see benefit deck).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Keep: freeze discipline. Stop: ad-hoc board rework without ECO. Start: sample checklist owner.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72000"/>
                <a:gridCol w="2772000"/>
                <a:gridCol w="2772000"/>
                <a:gridCol w="2772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Next step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Customer sample plan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Alex + 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2026-05-22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Needs Morgan approve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USB3 stabilize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IO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2026-06-10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Not sample-blocking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Cold-corner AON retest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Priya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2026-05-28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From tech residual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Ask: Approve customer sample plan targeting 2026-06-30 shipment to Tier-1.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Lee endorsement; Alex executes checklist.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2026-05-22 steering.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No HC ask in this readout (see resource deck if sample surge).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2026-08-05T23:16:43Z</dcterms:created>
  <cp:lastModifiedBy>OfficeCLI</cp:lastModifiedBy>
  <dcterms:modified xsi:type="dcterms:W3CDTF">2026-08-05T23:16:43Z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2026-08-05T23:16:44Z</vt:lpwstr>
  </op:property>
</op:Properties>
</file>
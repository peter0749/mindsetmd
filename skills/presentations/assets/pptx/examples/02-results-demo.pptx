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1fbe48c77fd4576" /><Relationship Type="http://schemas.openxmlformats.org/package/2006/relationships/metadata/core-properties" Target="/docProps/core.xml" Id="Rd5b99ea589174275" /><Relationship Type="http://schemas.openxmlformats.org/officeDocument/2006/relationships/extended-properties" Target="/docProps/app.xml" Id="R42e4048dff45487d" /><Relationship Type="http://schemas.openxmlformats.org/officeDocument/2006/relationships/custom-properties" Target="/docProps/custom.xml" Id="R8108072f379440cb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4224fa68b39e4517"/>
  </p:notesMasterIdLst>
  <p:sldIdLst>
    <p:sldId id="256" r:id="R8730d3087adc42af"/>
    <p:sldId id="257" r:id="Rb1642a00b74a483d"/>
    <p:sldId id="258" r:id="Rb317d4b461f646a5"/>
    <p:sldId id="259" r:id="Rebc9313b5b3a4f47"/>
    <p:sldId id="260" r:id="R5019e48255ab45e9"/>
    <p:sldId id="261" r:id="R88d315babf2c4312"/>
    <p:sldId id="262" r:id="R15f21dcc5b7240fa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8730d3087adc42af" /><Relationship Type="http://schemas.openxmlformats.org/officeDocument/2006/relationships/notesMaster" Target="/ppt/notesMasters/notesMaster1.xml" Id="R4224fa68b39e4517" /><Relationship Type="http://schemas.openxmlformats.org/officeDocument/2006/relationships/slide" Target="/ppt/slides/slide2.xml" Id="Rb1642a00b74a483d" /><Relationship Type="http://schemas.openxmlformats.org/officeDocument/2006/relationships/slide" Target="/ppt/slides/slide3.xml" Id="Rb317d4b461f646a5" /><Relationship Type="http://schemas.openxmlformats.org/officeDocument/2006/relationships/slide" Target="/ppt/slides/slide4.xml" Id="Rebc9313b5b3a4f47" /><Relationship Type="http://schemas.openxmlformats.org/officeDocument/2006/relationships/slide" Target="/ppt/slides/slide5.xml" Id="R5019e48255ab45e9" /><Relationship Type="http://schemas.openxmlformats.org/officeDocument/2006/relationships/slide" Target="/ppt/slides/slide6.xml" Id="R88d315babf2c4312" /><Relationship Type="http://schemas.openxmlformats.org/officeDocument/2006/relationships/slide" Target="/ppt/slides/slide7.xml" Id="R15f21dcc5b7240f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ad672e3b64a4fc6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9474685807840f8" /><Relationship Type="http://schemas.openxmlformats.org/officeDocument/2006/relationships/slide" Target="/ppt/slides/slide1.xml" Id="R025516d758c844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bcabd74ed3b4564" /><Relationship Type="http://schemas.openxmlformats.org/officeDocument/2006/relationships/slide" Target="/ppt/slides/slide2.xml" Id="Rb6564ae6f7c041b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371f18f7a2e43f7" /><Relationship Type="http://schemas.openxmlformats.org/officeDocument/2006/relationships/slide" Target="/ppt/slides/slide3.xml" Id="R6102e9c7028846f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be780ccc83648f5" /><Relationship Type="http://schemas.openxmlformats.org/officeDocument/2006/relationships/slide" Target="/ppt/slides/slide4.xml" Id="Reefdbd4c0d5d4c1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18cd7c652f643dc" /><Relationship Type="http://schemas.openxmlformats.org/officeDocument/2006/relationships/slide" Target="/ppt/slides/slide5.xml" Id="Rfa7b6396556c47f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2ca42434e6b4857" /><Relationship Type="http://schemas.openxmlformats.org/officeDocument/2006/relationships/slide" Target="/ppt/slides/slide6.xml" Id="R7ebaa7c9faea4ca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008a603239d4af7" /><Relationship Type="http://schemas.openxmlformats.org/officeDocument/2006/relationships/slide" Target="/ppt/slides/slide7.xml" Id="Ref5b81332fa94ec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First silicon day-3 boot → ask for Tier-1 sample plan approval.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Celebrate briefly; land sample approval.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Same DoD as kickoff.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Lead with boot and sample path.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Connect back to prior decisions.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Celebrate briefly; land sample approval.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1a3e22329d464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697a2cc542431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db714cc64043d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89a491c3fd4a9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3fb5f44e564932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2a16c3ab35334f0b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22d1cda4074cc9" /><Relationship Type="http://schemas.openxmlformats.org/officeDocument/2006/relationships/notesSlide" Target="/ppt/notesSlides/notesSlide1.xml" Id="Rb17dd64867b247a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e271b6320e4969" /><Relationship Type="http://schemas.openxmlformats.org/officeDocument/2006/relationships/notesSlide" Target="/ppt/notesSlides/notesSlide2.xml" Id="R81b962a533aa404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25ec31713f471f" /><Relationship Type="http://schemas.openxmlformats.org/officeDocument/2006/relationships/notesSlide" Target="/ppt/notesSlides/notesSlide3.xml" Id="Racaa4a3f53564a7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efc9448b504fae" /><Relationship Type="http://schemas.openxmlformats.org/officeDocument/2006/relationships/notesSlide" Target="/ppt/notesSlides/notesSlide4.xml" Id="R12dba06e7e1d4ea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4dafdab5394dd2" /><Relationship Type="http://schemas.openxmlformats.org/officeDocument/2006/relationships/notesSlide" Target="/ppt/notesSlides/notesSlide5.xml" Id="Ra668d6db74e54fd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091ed1cd6a4f9d" /><Relationship Type="http://schemas.openxmlformats.org/officeDocument/2006/relationships/notesSlide" Target="/ppt/notesSlides/notesSlide6.xml" Id="R5a385c39d764412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e69f8fc2fc4e83" /><Relationship Type="http://schemas.openxmlformats.org/officeDocument/2006/relationships/notesSlide" Target="/ppt/notesSlides/notesSlide7.xml" Id="Rd029228fc3414f56" /></Relationships>
</file>

<file path=ppt/slides/slide1.xml><?xml version="1.0" encoding="utf-8"?>
<p:sld xmlns:p="http://schemas.openxmlformats.org/presentationml/2006/main">
  <p:cSld name="Aurora first silicon: day-3 boot achieved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02  ·  EXAMPLE  ·  FIRST SILICON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Aurora first silicon: day-3 boot achieved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Bring-up readout for VP Eng + program — sample path unlocked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first silicon green on critical path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first silicon green on critical path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Status: GREEN  ·  Day-3 Linux boot on A0 (silicon 5/12)  ·  Ask: sample plan for 6/30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Outcome: Aurora A0 (fab return 2026-05-12) brought up; UART + DDR + Linux prompt on day 3 (target day 5).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Impact: unlocks Tier-1 sample commit for end of June; de-risks H2 design-win demo.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Residual: USB3 not yet stable (ECO-22); not on sample critical path.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Prior: AON Option B (3/20) held RTL freeze 4/10 → tape-out 4/28 → this bring-up.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Goal recall (period start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Goal recall (period start)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Q2 commit (period-start deck): first silicon bring-up with day-5 boot target; UART+DDR minimum for internal validation.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Definition of done unchanged — no goalpost move.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Outcome metric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Outcome metrics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Boot day: target ≤5 / actual 3  (Δ −2 days)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Critical open bugs at handoff: target ≤5 / actual 4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AON sleep-exit (from tech review B): pass on 2/3 corners; cold corner in flight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Power (idle AON): target ≤2.1 mW / measured 1.9 mW at iso-perf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How we got here + learning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How we got here + learnings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1. Phased AON clock (Option B, decided 3/20) held freeze 4/10 — paid off in clean bring-up.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2. Pre-silicon FPGA catch of DDR training bug avoided day-1 hang.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3. Shared DV farm cut regression from 18h → 6h (see benefit deck).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Keep: freeze discipline. Stop: ad-hoc board rework without ECO. Start: sample checklist owner.</a:t>
            </a:r>
          </a:p>
        </p:txBody>
      </p:sp>
      <p:sp>
        <p:nvSpPr>
          <p:cNvPr id="100017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0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Next step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Owner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Date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Customer sample plan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Alex + 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2026-05-22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Needs Morgan approve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USB3 stabilize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IO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2026-06-10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Not sample-blocking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Cold-corner AON retest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Priya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2026-05-25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From tech residual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2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3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4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Ask: Approve customer sample plan targeting 2026-06-30 shipment to Tier-1.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Owner: Morgan Lee endorsement; Alex executes checklist.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By: 2026-05-22 steering (presentation date ~2026-05-16).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No HC ask here (see resource deck if sample surge).</a:t>
            </a:r>
          </a:p>
        </p:txBody>
      </p:sp>
      <p:sp>
        <p:nvSpPr>
          <p:cNvPr id="100025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2026-08-05T23:30:40Z</dcterms:created>
  <cp:lastModifiedBy>OfficeCLI</cp:lastModifiedBy>
  <dcterms:modified xsi:type="dcterms:W3CDTF">2026-08-05T23:30:40Z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2026-08-05T23:30:42Z</vt:lpwstr>
  </op:property>
</op:Properties>
</file>
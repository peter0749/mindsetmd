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e171bad90554303" /><Relationship Type="http://schemas.openxmlformats.org/package/2006/relationships/metadata/core-properties" Target="/docProps/core.xml" Id="R73c89c020b404de1" /><Relationship Type="http://schemas.openxmlformats.org/officeDocument/2006/relationships/extended-properties" Target="/docProps/app.xml" Id="R158f3db49bd74e35" /><Relationship Type="http://schemas.openxmlformats.org/officeDocument/2006/relationships/custom-properties" Target="/docProps/custom.xml" Id="Rc8f2de9aa7204c1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1bed1add135417a"/>
  </p:notesMasterIdLst>
  <p:sldIdLst>
    <p:sldId id="256" r:id="R3c639760e9d34cbb"/>
    <p:sldId id="257" r:id="R03d1d63091aa470b"/>
    <p:sldId id="258" r:id="Re2b426e2e31f457a"/>
    <p:sldId id="259" r:id="R354b327585d34c04"/>
    <p:sldId id="260" r:id="Re50f92452f10495a"/>
    <p:sldId id="261" r:id="R550a95c3a3954d8b"/>
    <p:sldId id="262" r:id="Rcb495fea1bb04e40"/>
    <p:sldId id="263" r:id="Rb05d3dd5c50b4dda"/>
    <p:sldId id="264" r:id="R0eedf50919794e7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c639760e9d34cbb" /><Relationship Type="http://schemas.openxmlformats.org/officeDocument/2006/relationships/notesMaster" Target="/ppt/notesMasters/notesMaster1.xml" Id="Rd1bed1add135417a" /><Relationship Type="http://schemas.openxmlformats.org/officeDocument/2006/relationships/slide" Target="/ppt/slides/slide2.xml" Id="R03d1d63091aa470b" /><Relationship Type="http://schemas.openxmlformats.org/officeDocument/2006/relationships/slide" Target="/ppt/slides/slide3.xml" Id="Re2b426e2e31f457a" /><Relationship Type="http://schemas.openxmlformats.org/officeDocument/2006/relationships/slide" Target="/ppt/slides/slide4.xml" Id="R354b327585d34c04" /><Relationship Type="http://schemas.openxmlformats.org/officeDocument/2006/relationships/slide" Target="/ppt/slides/slide5.xml" Id="Re50f92452f10495a" /><Relationship Type="http://schemas.openxmlformats.org/officeDocument/2006/relationships/slide" Target="/ppt/slides/slide6.xml" Id="R550a95c3a3954d8b" /><Relationship Type="http://schemas.openxmlformats.org/officeDocument/2006/relationships/slide" Target="/ppt/slides/slide7.xml" Id="Rcb495fea1bb04e40" /><Relationship Type="http://schemas.openxmlformats.org/officeDocument/2006/relationships/slide" Target="/ppt/slides/slide8.xml" Id="Rb05d3dd5c50b4dda" /><Relationship Type="http://schemas.openxmlformats.org/officeDocument/2006/relationships/slide" Target="/ppt/slides/slide9.xml" Id="R0eedf50919794e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7f191904a7b4e1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cdb079f21a7440d" /><Relationship Type="http://schemas.openxmlformats.org/officeDocument/2006/relationships/slide" Target="/ppt/slides/slide1.xml" Id="Rb130ccf000a84c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036fabe548740c9" /><Relationship Type="http://schemas.openxmlformats.org/officeDocument/2006/relationships/slide" Target="/ppt/slides/slide2.xml" Id="R25e6af4b900d46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e43cd873cd744ea" /><Relationship Type="http://schemas.openxmlformats.org/officeDocument/2006/relationships/slide" Target="/ppt/slides/slide3.xml" Id="R662dc2ca8aaf45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573643d7e6e4a58" /><Relationship Type="http://schemas.openxmlformats.org/officeDocument/2006/relationships/slide" Target="/ppt/slides/slide4.xml" Id="R852a929f395a42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32d72a49ce4432a" /><Relationship Type="http://schemas.openxmlformats.org/officeDocument/2006/relationships/slide" Target="/ppt/slides/slide5.xml" Id="R9a75299cf08f4b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0ad35e422fd472b" /><Relationship Type="http://schemas.openxmlformats.org/officeDocument/2006/relationships/slide" Target="/ppt/slides/slide6.xml" Id="R80a55110322b45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f823132becc4bec" /><Relationship Type="http://schemas.openxmlformats.org/officeDocument/2006/relationships/slide" Target="/ppt/slides/slide7.xml" Id="R9d786e4ff9e747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c00808019214922" /><Relationship Type="http://schemas.openxmlformats.org/officeDocument/2006/relationships/slide" Target="/ppt/slides/slide8.xml" Id="R5ee2bc594b8e44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b5000c198b34a0d" /><Relationship Type="http://schemas.openxmlformats.org/officeDocument/2006/relationships/slide" Target="/ppt/slides/slide9.xml" Id="Rdfc9abf78cd941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First silicon day-3 boot → ask for Tier-1 sample plan approval.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Launch / silicon bring-up readout (impact first)</a:t>
            </a:r>
          </a:p>
          <a:p xmlns:a="http://schemas.openxmlformats.org/drawingml/2006/main">
            <a:r>
              <a:rPr lang="en-US"/>
              <a:t>MediaTek public 2nm tape-out milestone language: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/>
              <a:t>SRE Book — example postmortem impact summary shape: https://sre.google/sre-book/example-postmortem/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Recommend=YES — approve sample plan; keep USB3 as parallel non-blocking work. by 2026-05-22 steering.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DoD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boot and sample path.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Connect back to prior decisions.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ac407e72bc402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35a5a25e8d4be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0a8c2c91d144b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87d53c8b89482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6b0e9cec104a1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4ba80e5e77c4c9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0fda7a96f4f49" /><Relationship Type="http://schemas.openxmlformats.org/officeDocument/2006/relationships/notesSlide" Target="/ppt/notesSlides/notesSlide1.xml" Id="R60e358476ffb47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58fb022c94f3a" /><Relationship Type="http://schemas.openxmlformats.org/officeDocument/2006/relationships/notesSlide" Target="/ppt/notesSlides/notesSlide2.xml" Id="Re9f06b598c9841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d1402c8704ae3" /><Relationship Type="http://schemas.openxmlformats.org/officeDocument/2006/relationships/notesSlide" Target="/ppt/notesSlides/notesSlide3.xml" Id="R1d914585a2ba41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96aa44de94916" /><Relationship Type="http://schemas.openxmlformats.org/officeDocument/2006/relationships/notesSlide" Target="/ppt/notesSlides/notesSlide4.xml" Id="R033409e1778e49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7e119b4bc4beb" /><Relationship Type="http://schemas.openxmlformats.org/officeDocument/2006/relationships/notesSlide" Target="/ppt/notesSlides/notesSlide5.xml" Id="R7933d646ed564f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13e588f3c4fc6" /><Relationship Type="http://schemas.openxmlformats.org/officeDocument/2006/relationships/notesSlide" Target="/ppt/notesSlides/notesSlide6.xml" Id="Rbd5152ef369a47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0ad17e53a4d29" /><Relationship Type="http://schemas.openxmlformats.org/officeDocument/2006/relationships/notesSlide" Target="/ppt/notesSlides/notesSlide7.xml" Id="Rab694713502e4f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e96f5dde46bd" /><Relationship Type="http://schemas.openxmlformats.org/officeDocument/2006/relationships/notesSlide" Target="/ppt/notesSlides/notesSlide8.xml" Id="R6c647efe3fb140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2f695c1a94558" /><Relationship Type="http://schemas.openxmlformats.org/officeDocument/2006/relationships/notesSlide" Target="/ppt/notesSlides/notesSlide9.xml" Id="R6d06df7d8c7e4781" /></Relationships>
</file>

<file path=ppt/slides/slide1.xml><?xml version="1.0" encoding="utf-8"?>
<p:sld xmlns:p="http://schemas.openxmlformats.org/presentationml/2006/main">
  <p:cSld name="Aurora first silicon: day-3 boot achieve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EXAMPLE  ·  FIRST SILICON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Aurora first silicon: day-3 boot achieved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Bring-up readout for VP Eng + program — sample path unlocked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Launch / silicon bring-up readout (impact first)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Launch / silicon bring-up readout (impact first)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MediaTek public 2nm tape-out milestone language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https://www.mediatek.com/press-room/mediatek-develops-chip-utilizing-tsmcs-2nm-process-achieving-milestones-in-performance-andpower-efficiency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impact summary shape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Platform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(sample plan endorsement)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program PM, package/IO leads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Aurora A0 returned from fab 2026-05-12. Bring-up hit Linux prompt on day 3 (target was day 5). AON Option B (decided 3/20) held freeze 4/10 → TO 4/28 → this silicon.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Tier-1 wants samples by 2026-06-30 for design-win demo. Delay on sample plan blocks customer schedule; USB3 still yellow but not sample-critical.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Approve customer sample plan targeting 2026-06-30 shipment (yes/no).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YES — approve sample plan; keep USB3 as parallel non-blocking work.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Checklist owners fire; golden + 1 variant boards for Tier-1.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Design-win demo slips; competitive window narrows.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2026-05-22 steering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01 AON Option B → freeze 4/10 → TO 4/28 → silicon 5/12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03 org health (people yellow) · 06 +1 DV if sample surge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first silicon green on critical pa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first silicon green on critical path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Day-3 Linux boot on A0 (silicon 5/12)  ·  Ask: sample plan for 6/30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Aurora A0 (fab return 2026-05-12) brought up; UART + DDR + Linux prompt on day 3 (target day 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unlocks Tier-1 sample commit for end of June; de-risks H2 design-win demo.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Residual: USB3 not yet stable (ECO-22); not on sample critical path.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Prior: AON Option B (3/20) held RTL freeze 4/10 → tape-out 4/28 → this bring-up.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commit (period-start deck): first silicon bring-up with day-5 boot target; UART+DDR minimum for internal validation.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Definition of done unchanged — no goalpost move.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Boot day: target ≤5 / actual 3  (Δ −2 days)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open bugs at handoff: target ≤5 / actual 4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sleep-exit (from tech review B): pass on 2/3 corners; cold corner in flight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Power (idle AON): target ≤2.1 mW / measured 1.9 mW at iso-perf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Phased AON clock (Option B, decided 3/20) held freeze 4/10 — paid off in clean bring-up.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Pre-silicon FPGA catch of DDR training bug avoided day-1 hang.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Shared DV farm cut regression from 18h → 6h (see benefit deck).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Keep: freeze discipline. Stop: ad-hoc board rework without ECO. Start: sample checklist owner.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step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sample plan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Alex +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Morgan approve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stabilize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IO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Not sample-blocking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Cold-corner AON retest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Approve customer sample plan targeting 2026-06-30 shipment to Tier-1.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endorsement; Alex executes checklist.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2026-05-22 steering (presentation date ~2026-05-16).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 HC ask here (see resource deck if sample surge).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2026-08-05T23:59:23Z</dcterms:created>
  <cp:lastModifiedBy>OfficeCLI</cp:lastModifiedBy>
  <dcterms:modified xsi:type="dcterms:W3CDTF">2026-08-05T23:59:23Z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2026-08-05T23:59:25Z</vt:lpwstr>
  </op:property>
</op:Properties>
</file>
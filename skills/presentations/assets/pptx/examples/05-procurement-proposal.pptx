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01cc4eb13a4410a" /><Relationship Type="http://schemas.openxmlformats.org/package/2006/relationships/metadata/core-properties" Target="/docProps/core.xml" Id="Rf66c165b3d604fed" /><Relationship Type="http://schemas.openxmlformats.org/officeDocument/2006/relationships/extended-properties" Target="/docProps/app.xml" Id="R7ea8763509bb4771" /><Relationship Type="http://schemas.openxmlformats.org/officeDocument/2006/relationships/custom-properties" Target="/docProps/custom.xml" Id="Rdbfd877860cf44b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d7006196234461a"/>
  </p:notesMasterIdLst>
  <p:sldIdLst>
    <p:sldId id="256" r:id="Rb330a55aa4354e24"/>
    <p:sldId id="257" r:id="R9d3dc54512ea431b"/>
    <p:sldId id="258" r:id="R273d96ec0daf496b"/>
    <p:sldId id="259" r:id="R6783f762f6e34043"/>
    <p:sldId id="260" r:id="R8a985a1547a9451b"/>
    <p:sldId id="261" r:id="R112fccb0fced45ba"/>
    <p:sldId id="262" r:id="R442c283c6d214af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330a55aa4354e24" /><Relationship Type="http://schemas.openxmlformats.org/officeDocument/2006/relationships/notesMaster" Target="/ppt/notesMasters/notesMaster1.xml" Id="R8d7006196234461a" /><Relationship Type="http://schemas.openxmlformats.org/officeDocument/2006/relationships/slide" Target="/ppt/slides/slide2.xml" Id="R9d3dc54512ea431b" /><Relationship Type="http://schemas.openxmlformats.org/officeDocument/2006/relationships/slide" Target="/ppt/slides/slide3.xml" Id="R273d96ec0daf496b" /><Relationship Type="http://schemas.openxmlformats.org/officeDocument/2006/relationships/slide" Target="/ppt/slides/slide4.xml" Id="R6783f762f6e34043" /><Relationship Type="http://schemas.openxmlformats.org/officeDocument/2006/relationships/slide" Target="/ppt/slides/slide5.xml" Id="R8a985a1547a9451b" /><Relationship Type="http://schemas.openxmlformats.org/officeDocument/2006/relationships/slide" Target="/ppt/slides/slide6.xml" Id="R112fccb0fced45ba" /><Relationship Type="http://schemas.openxmlformats.org/officeDocument/2006/relationships/slide" Target="/ppt/slides/slide7.xml" Id="R442c283c6d214a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870a7a9ede2421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1631729b4ef481b" /><Relationship Type="http://schemas.openxmlformats.org/officeDocument/2006/relationships/slide" Target="/ppt/slides/slide1.xml" Id="R670307c7399d43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5543ea835f4c16" /><Relationship Type="http://schemas.openxmlformats.org/officeDocument/2006/relationships/slide" Target="/ppt/slides/slide2.xml" Id="R26583844a7bf4b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96a21e422a54c25" /><Relationship Type="http://schemas.openxmlformats.org/officeDocument/2006/relationships/slide" Target="/ppt/slides/slide3.xml" Id="Rd9dffa95edbd42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da5c32d78974b87" /><Relationship Type="http://schemas.openxmlformats.org/officeDocument/2006/relationships/slide" Target="/ppt/slides/slide4.xml" Id="R0f8d76fc55074d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203994242e04410" /><Relationship Type="http://schemas.openxmlformats.org/officeDocument/2006/relationships/slide" Target="/ppt/slides/slide5.xml" Id="R0a23a236ab9b4e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64c95030667480d" /><Relationship Type="http://schemas.openxmlformats.org/officeDocument/2006/relationships/slide" Target="/ppt/slides/slide6.xml" Id="Rb69aa639e5ae49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b0296b08b0f45c3" /><Relationship Type="http://schemas.openxmlformats.org/officeDocument/2006/relationships/slide" Target="/ppt/slides/slide7.xml" Id="R5172bfd9e1c844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Renew HelixSim with expand to match farm and freeze queues.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Musts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metrics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386ef46fd4a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31b78db3c24d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36b5ab31734e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d9c5d8260f46c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cc0b621a9344c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924c7b95cc046f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18bf792c44ade" /><Relationship Type="http://schemas.openxmlformats.org/officeDocument/2006/relationships/notesSlide" Target="/ppt/notesSlides/notesSlide1.xml" Id="R82ff4a7ba34e4d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38b8face05444c" /><Relationship Type="http://schemas.openxmlformats.org/officeDocument/2006/relationships/notesSlide" Target="/ppt/notesSlides/notesSlide2.xml" Id="Rc93cdeb04c9b4c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ca33f96ed4bd8" /><Relationship Type="http://schemas.openxmlformats.org/officeDocument/2006/relationships/notesSlide" Target="/ppt/notesSlides/notesSlide3.xml" Id="R6d2bbd1dcef949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92cc5a6e54173" /><Relationship Type="http://schemas.openxmlformats.org/officeDocument/2006/relationships/notesSlide" Target="/ppt/notesSlides/notesSlide4.xml" Id="R18edbf75ce7e47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50b4248f2241c6" /><Relationship Type="http://schemas.openxmlformats.org/officeDocument/2006/relationships/notesSlide" Target="/ppt/notesSlides/notesSlide5.xml" Id="Rbdca32f801e54c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de806d6404be4" /><Relationship Type="http://schemas.openxmlformats.org/officeDocument/2006/relationships/notesSlide" Target="/ppt/notesSlides/notesSlide6.xml" Id="R2b0ddc8f52744a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3094082ab4623" /><Relationship Type="http://schemas.openxmlformats.org/officeDocument/2006/relationships/notesSlide" Target="/ppt/notesSlides/notesSlide7.xml" Id="Rce0c09be0880495d" /></Relationships>
</file>

<file path=ppt/slides/slide1.xml><?xml version="1.0" encoding="utf-8"?>
<p:sld xmlns:p="http://schemas.openxmlformats.org/presentationml/2006/main">
  <p:cSld name="Logic sim license renewal + expan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EXAMPLE  ·  SIM LICENSE RENEWAL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Logic sim license renewal + expand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Vendor HelixSim 3-year renewal aligned to Aurora H2 + next node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Vendor TCO options + procurement lead time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Vendor TCO options + procurement lead time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Industry EDA/tool buy case shape (must/should + lead time)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renew HelixSim 3yr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renew HelixSim 3yr +20 seats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HelixSim  ·  Term: 3yr  ·  Decide by 2026-06-05 (45-day vendor lead)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HelixSim concurrent licenses for RTL/gate sim (Aurora + WiFi 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contract ends 2026-07-31; farm expand approved path (deck 04, ask by 5/30) needs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/ late: sim queue &gt;&gt; overnight; H2 multi-program slips (post-sample).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SystemVerilog UVM; regress CLI; Asia support hours; quote ≤ budget envelope.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cloud burst option; usage telemetry.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Export: standard commercial ECCN path already cleared for HelixSim.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0: PO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2–3: seat deploy on farm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4: utilization dashboard to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p95 queue wait &lt; 30 min during freeze windows.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Rollback: keep 10 emergency seats on prior contract short extension (costly).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3yr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HelixSim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— current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Switch to NovaSim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$640K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4–6 mo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Short extend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Revisit mid-H2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strategic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HelixSim 3-year +20 seats; start PO by 2026-06-05.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Chain: Alex → Morgan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Lead time: 45 days vendor — do not wait until July.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2026-08-05T23:41:34Z</dcterms:created>
  <cp:lastModifiedBy>OfficeCLI</cp:lastModifiedBy>
  <dcterms:modified xsi:type="dcterms:W3CDTF">2026-08-05T23:41:34Z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2026-08-05T23:41:35Z</vt:lpwstr>
  </op:property>
</op:Properties>
</file>
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fd872083b9145e4" /><Relationship Type="http://schemas.openxmlformats.org/package/2006/relationships/metadata/core-properties" Target="/docProps/core.xml" Id="R75aff35b44e244ce" /><Relationship Type="http://schemas.openxmlformats.org/officeDocument/2006/relationships/extended-properties" Target="/docProps/app.xml" Id="R36dfb6548db347f0" /><Relationship Type="http://schemas.openxmlformats.org/officeDocument/2006/relationships/custom-properties" Target="/docProps/custom.xml" Id="Rd2e8a1c3512b4f34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02c6928b334e4728"/>
  </p:notesMasterIdLst>
  <p:sldIdLst>
    <p:sldId id="256" r:id="R5677bdf49a9142fd"/>
    <p:sldId id="257" r:id="R96aa403a83fd45a1"/>
    <p:sldId id="258" r:id="Raa59cc385ae34f7a"/>
    <p:sldId id="259" r:id="R6e3e755135ba4203"/>
    <p:sldId id="260" r:id="R9f690af368be4f7f"/>
    <p:sldId id="261" r:id="Rdb57bf8f966e4a2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5677bdf49a9142fd" /><Relationship Type="http://schemas.openxmlformats.org/officeDocument/2006/relationships/notesMaster" Target="/ppt/notesMasters/notesMaster1.xml" Id="R02c6928b334e4728" /><Relationship Type="http://schemas.openxmlformats.org/officeDocument/2006/relationships/slide" Target="/ppt/slides/slide2.xml" Id="R96aa403a83fd45a1" /><Relationship Type="http://schemas.openxmlformats.org/officeDocument/2006/relationships/slide" Target="/ppt/slides/slide3.xml" Id="Raa59cc385ae34f7a" /><Relationship Type="http://schemas.openxmlformats.org/officeDocument/2006/relationships/slide" Target="/ppt/slides/slide4.xml" Id="R6e3e755135ba4203" /><Relationship Type="http://schemas.openxmlformats.org/officeDocument/2006/relationships/slide" Target="/ppt/slides/slide5.xml" Id="R9f690af368be4f7f" /><Relationship Type="http://schemas.openxmlformats.org/officeDocument/2006/relationships/slide" Target="/ppt/slides/slide6.xml" Id="Rdb57bf8f966e4a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f9697ef61f94fae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f9afdb59e3b457d" /><Relationship Type="http://schemas.openxmlformats.org/officeDocument/2006/relationships/slide" Target="/ppt/slides/slide1.xml" Id="R05280883547a48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f76b8b85c5c40bb" /><Relationship Type="http://schemas.openxmlformats.org/officeDocument/2006/relationships/slide" Target="/ppt/slides/slide2.xml" Id="R2bb80339b90449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df314be43124ed3" /><Relationship Type="http://schemas.openxmlformats.org/officeDocument/2006/relationships/slide" Target="/ppt/slides/slide3.xml" Id="R9495d4d1dd624a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80425d4447c403f" /><Relationship Type="http://schemas.openxmlformats.org/officeDocument/2006/relationships/slide" Target="/ppt/slides/slide4.xml" Id="R5cd5e3da30864c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aa70766a3e94696" /><Relationship Type="http://schemas.openxmlformats.org/officeDocument/2006/relationships/slide" Target="/ppt/slides/slide5.xml" Id="R91214cd0e43b48e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1eca2e231574e15" /><Relationship Type="http://schemas.openxmlformats.org/officeDocument/2006/relationships/slide" Target="/ppt/slides/slide6.xml" Id="R9e70df12d63c4d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Renew HelixSim with expand to match farm and freeze queues.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Date includes lead time.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Musts first.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Adoption metrics explicit.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Date includes lead time.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4208a59c984e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c274129ecc49f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99ef9514fc4ae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ff6695fb934f1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ac1af9f4574722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e458aa86bab3411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a689f01ad4438" /><Relationship Type="http://schemas.openxmlformats.org/officeDocument/2006/relationships/notesSlide" Target="/ppt/notesSlides/notesSlide1.xml" Id="Raf02658d559d43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d202d77deb4514" /><Relationship Type="http://schemas.openxmlformats.org/officeDocument/2006/relationships/notesSlide" Target="/ppt/notesSlides/notesSlide2.xml" Id="R4f623e12f8b940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41f36f7b44dbe" /><Relationship Type="http://schemas.openxmlformats.org/officeDocument/2006/relationships/notesSlide" Target="/ppt/notesSlides/notesSlide3.xml" Id="R257a08cdcdb745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947febefd410f" /><Relationship Type="http://schemas.openxmlformats.org/officeDocument/2006/relationships/notesSlide" Target="/ppt/notesSlides/notesSlide4.xml" Id="R69ca7971c57b4c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66ee6ba8d4c2c" /><Relationship Type="http://schemas.openxmlformats.org/officeDocument/2006/relationships/notesSlide" Target="/ppt/notesSlides/notesSlide5.xml" Id="R444fdcf752644b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0d757faf54241" /><Relationship Type="http://schemas.openxmlformats.org/officeDocument/2006/relationships/notesSlide" Target="/ppt/notesSlides/notesSlide6.xml" Id="R17eea16134b243a7" /></Relationships>
</file>

<file path=ppt/slides/slide1.xml><?xml version="1.0" encoding="utf-8"?>
<p:sld xmlns:p="http://schemas.openxmlformats.org/presentationml/2006/main">
  <p:cSld name="Logic sim license renewal + expand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05  ·  EXAMPLE  ·  SIM LICENSE RENEWAL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Logic sim license renewal + expand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Vendor HelixSim 3-year renewal aligned to Aurora H2 + next node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renew HelixSim 3yr +20 sea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renew HelixSim 3yr +20 seats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HelixSim  ·  Term: 3yr  ·  Decide by 2026-06-05 (45-day vendor lead)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Buy: HelixSim concurrent licenses for RTL/gate sim (Aurora + WiFi IP).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Why now: contract ends 2026-07-31; farm expand approved path (deck 04, ask by 5/30) needs seats.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/ late: sim queue &gt;&gt; overnight; H2 multi-program slips (post-sample).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Requirements (must / should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Requirements (must / should)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Must: SystemVerilog UVM; regress CLI; Asia support hours; quote ≤ budget envelope.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Should: cloud burst option; usage telemetry.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Export: standard commercial ECCN path already cleared for HelixSim.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Implementation pla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Implementation plan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0: PO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2–3: seat deploy on farm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4: utilization dashboard to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Success: p95 queue wait &lt; 30 min during freeze windows.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Rollback: keep 10 emergency seats on prior contract short extension (costly).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17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TCO 3yr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Time-to-value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HelixSim +20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$720K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3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 lock-in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— current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Switch to NovaSim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$640K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4–6 mo 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Short extend 6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$160K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1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Revisit mid-H2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 strategic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18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Approve HelixSim 3-year +20 seats; start PO by 2026-06-05.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Chain: Alex → Morgan → Finance → Procurement.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Lead time: 45 days vendor — do not wait until July.</a:t>
            </a:r>
          </a:p>
        </p:txBody>
      </p:sp>
      <p:sp>
        <p:nvSpPr>
          <p:cNvPr id="10002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2026-08-05T23:30:56Z</dcterms:created>
  <cp:lastModifiedBy>OfficeCLI</cp:lastModifiedBy>
  <dcterms:modified xsi:type="dcterms:W3CDTF">2026-08-05T23:30:56Z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2026-08-05T23:30:57Z</vt:lpwstr>
  </op:property>
</op:Properties>
</file>
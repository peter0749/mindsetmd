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369577c471e418e" /><Relationship Type="http://schemas.openxmlformats.org/package/2006/relationships/metadata/core-properties" Target="/docProps/core.xml" Id="Ra0529466d7f7473a" /><Relationship Type="http://schemas.openxmlformats.org/officeDocument/2006/relationships/extended-properties" Target="/docProps/app.xml" Id="Re5ec5603a3b14719" /><Relationship Type="http://schemas.openxmlformats.org/officeDocument/2006/relationships/custom-properties" Target="/docProps/custom.xml" Id="R509c2c428261403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ef007e2df81415b"/>
  </p:notesMasterIdLst>
  <p:sldIdLst>
    <p:sldId id="256" r:id="R28c5f38bc2604da9"/>
    <p:sldId id="257" r:id="Re053e599006d4389"/>
    <p:sldId id="258" r:id="R68ebea5ebd9e4c2f"/>
    <p:sldId id="259" r:id="R15cfaea89bc04340"/>
    <p:sldId id="260" r:id="R2fb063c1b1ec431d"/>
    <p:sldId id="261" r:id="R616e73dbb718413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8c5f38bc2604da9" /><Relationship Type="http://schemas.openxmlformats.org/officeDocument/2006/relationships/notesMaster" Target="/ppt/notesMasters/notesMaster1.xml" Id="R5ef007e2df81415b" /><Relationship Type="http://schemas.openxmlformats.org/officeDocument/2006/relationships/slide" Target="/ppt/slides/slide2.xml" Id="Re053e599006d4389" /><Relationship Type="http://schemas.openxmlformats.org/officeDocument/2006/relationships/slide" Target="/ppt/slides/slide3.xml" Id="R68ebea5ebd9e4c2f" /><Relationship Type="http://schemas.openxmlformats.org/officeDocument/2006/relationships/slide" Target="/ppt/slides/slide4.xml" Id="R15cfaea89bc04340" /><Relationship Type="http://schemas.openxmlformats.org/officeDocument/2006/relationships/slide" Target="/ppt/slides/slide5.xml" Id="R2fb063c1b1ec431d" /><Relationship Type="http://schemas.openxmlformats.org/officeDocument/2006/relationships/slide" Target="/ppt/slides/slide6.xml" Id="R616e73dbb71841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0334fb523624f6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8b71393a41f4f07" /><Relationship Type="http://schemas.openxmlformats.org/officeDocument/2006/relationships/slide" Target="/ppt/slides/slide1.xml" Id="R7962349e3fda41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09004b41dee4e9e" /><Relationship Type="http://schemas.openxmlformats.org/officeDocument/2006/relationships/slide" Target="/ppt/slides/slide2.xml" Id="R6bd73620902144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5f7656e76514027" /><Relationship Type="http://schemas.openxmlformats.org/officeDocument/2006/relationships/slide" Target="/ppt/slides/slide3.xml" Id="Rf7238a7cb42241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53590dbe4cd4909" /><Relationship Type="http://schemas.openxmlformats.org/officeDocument/2006/relationships/slide" Target="/ppt/slides/slide4.xml" Id="Re5b7ec86606c48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0c5706cbad24dba" /><Relationship Type="http://schemas.openxmlformats.org/officeDocument/2006/relationships/slide" Target="/ppt/slides/slide5.xml" Id="R24fbdafba12e43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b6b0f68569d4bc4" /><Relationship Type="http://schemas.openxmlformats.org/officeDocument/2006/relationships/slide" Target="/ppt/slides/slide6.xml" Id="R535735b3463949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Renew HelixSim with expand to match farm and freeze queues.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Musts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metrics explicit.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723568eebf49d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0c16db2054d9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4fcf8cd69d46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074803f27f436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b33385ea3a4ae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bd728bcbfa7490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de1ec1c714832" /><Relationship Type="http://schemas.openxmlformats.org/officeDocument/2006/relationships/notesSlide" Target="/ppt/notesSlides/notesSlide1.xml" Id="R5d381137892d41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2ed12377c4d4d" /><Relationship Type="http://schemas.openxmlformats.org/officeDocument/2006/relationships/notesSlide" Target="/ppt/notesSlides/notesSlide2.xml" Id="Rd00dc5e9bbbc49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69f1e5d684007" /><Relationship Type="http://schemas.openxmlformats.org/officeDocument/2006/relationships/notesSlide" Target="/ppt/notesSlides/notesSlide3.xml" Id="R493e0ba181da4c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3e95ed1d544b3" /><Relationship Type="http://schemas.openxmlformats.org/officeDocument/2006/relationships/notesSlide" Target="/ppt/notesSlides/notesSlide4.xml" Id="R76bebfbb7f174e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a540212a34800" /><Relationship Type="http://schemas.openxmlformats.org/officeDocument/2006/relationships/notesSlide" Target="/ppt/notesSlides/notesSlide5.xml" Id="Rce72394c27bd40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aa4ba84aa4da1" /><Relationship Type="http://schemas.openxmlformats.org/officeDocument/2006/relationships/notesSlide" Target="/ppt/notesSlides/notesSlide6.xml" Id="R55d4c6ecee5b4f1e" /></Relationships>
</file>

<file path=ppt/slides/slide1.xml><?xml version="1.0" encoding="utf-8"?>
<p:sld xmlns:p="http://schemas.openxmlformats.org/presentationml/2006/main">
  <p:cSld name="Logic sim license renewal + expan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EXAMPLE  ·  SIM LICENSE RENEWAL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Logic sim license renewal + expand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Vendor HelixSim 3-year renewal aligned to Aurora H2 + next node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renew HelixSim 3yr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renew HelixSim 3yr +20 seats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HelixSim  ·  Term: 3yr  ·  Decide by 2026-06-05 (45-day vendor lead)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HelixSim concurrent licenses for RTL/gate sim (Aurora + WiFi 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contract ends 2026-07-31; farm expand (deck 04) needs seats or queues explode.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/ late: sim queue &gt;&gt; overnight; freeze-class slips on next program.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SystemVerilog UVM; regress CLI; Asia support hours; quote ≤ budget envelope.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cloud burst option; usage telemetry.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Export: standard commercial ECCN path already cleared for HelixSim.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0: PO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2–3: seat deploy on farm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4: utilization dashboard to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p95 queue wait &lt; 30 min during freeze windows.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Rollback: keep 10 emergency seats on prior contract short extension (costly).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3yr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HelixSim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$720K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3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— current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Switch to NovaSim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$640K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4–6 mo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Short extend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Revisit mid-H2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strategic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HelixSim 3-year +20 seats; start PO by 2026-06-05.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Chain: Alex → Morgan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Lead time: 45 days vendor — do not wait until July.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2026-08-05T23:17:02Z</dcterms:created>
  <cp:lastModifiedBy>OfficeCLI</cp:lastModifiedBy>
  <dcterms:modified xsi:type="dcterms:W3CDTF">2026-08-05T23:17:02Z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2026-08-05T23:17:03Z</vt:lpwstr>
  </op:property>
</op:Properties>
</file>
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7a1a1114244480e" /><Relationship Type="http://schemas.openxmlformats.org/package/2006/relationships/metadata/core-properties" Target="/docProps/core.xml" Id="R559a9f67044945ce" /><Relationship Type="http://schemas.openxmlformats.org/officeDocument/2006/relationships/extended-properties" Target="/docProps/app.xml" Id="R760dc97630074441" /><Relationship Type="http://schemas.openxmlformats.org/officeDocument/2006/relationships/custom-properties" Target="/docProps/custom.xml" Id="Rce7e6fa97e8248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685342403384de0"/>
  </p:notesMasterIdLst>
  <p:sldIdLst>
    <p:sldId id="256" r:id="R07f7eb3b46644888"/>
    <p:sldId id="257" r:id="Rf67afbb385254cd9"/>
    <p:sldId id="258" r:id="R8b7616ce68c045f5"/>
    <p:sldId id="259" r:id="R17a2a5809f7a498f"/>
    <p:sldId id="260" r:id="R1b701aecaa1f4415"/>
    <p:sldId id="261" r:id="R1d80b20b631f45b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07f7eb3b46644888" /><Relationship Type="http://schemas.openxmlformats.org/officeDocument/2006/relationships/notesMaster" Target="/ppt/notesMasters/notesMaster1.xml" Id="R7685342403384de0" /><Relationship Type="http://schemas.openxmlformats.org/officeDocument/2006/relationships/slide" Target="/ppt/slides/slide2.xml" Id="Rf67afbb385254cd9" /><Relationship Type="http://schemas.openxmlformats.org/officeDocument/2006/relationships/slide" Target="/ppt/slides/slide3.xml" Id="R8b7616ce68c045f5" /><Relationship Type="http://schemas.openxmlformats.org/officeDocument/2006/relationships/slide" Target="/ppt/slides/slide4.xml" Id="R17a2a5809f7a498f" /><Relationship Type="http://schemas.openxmlformats.org/officeDocument/2006/relationships/slide" Target="/ppt/slides/slide5.xml" Id="R1b701aecaa1f4415" /><Relationship Type="http://schemas.openxmlformats.org/officeDocument/2006/relationships/slide" Target="/ppt/slides/slide6.xml" Id="R1d80b20b631f45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57e067d899d4b4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670266c65874ce7" /><Relationship Type="http://schemas.openxmlformats.org/officeDocument/2006/relationships/slide" Target="/ppt/slides/slide1.xml" Id="Rb076b6b87c0c49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8fcda8801f4829" /><Relationship Type="http://schemas.openxmlformats.org/officeDocument/2006/relationships/slide" Target="/ppt/slides/slide2.xml" Id="R896937a75a724b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774722848044d02" /><Relationship Type="http://schemas.openxmlformats.org/officeDocument/2006/relationships/slide" Target="/ppt/slides/slide3.xml" Id="R71ff3364722446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c98fa44d78d4e63" /><Relationship Type="http://schemas.openxmlformats.org/officeDocument/2006/relationships/slide" Target="/ppt/slides/slide4.xml" Id="R8340d80b121e47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7f3bb0dde845a6" /><Relationship Type="http://schemas.openxmlformats.org/officeDocument/2006/relationships/slide" Target="/ppt/slides/slide5.xml" Id="R01b0b96eba6a4c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b92f3aa4f07475f" /><Relationship Type="http://schemas.openxmlformats.org/officeDocument/2006/relationships/slide" Target="/ppt/slides/slide6.xml" Id="Rb8500072842c4e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Single-thread IO DV → +1 senior req with explicit sample slips if 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Explicit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842fc4df1c42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8a8c50f5854ce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45a1d868f45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e009b5a5f45b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f37628239b4cd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436ea5fbc5e4318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aa76cdec8440b" /><Relationship Type="http://schemas.openxmlformats.org/officeDocument/2006/relationships/notesSlide" Target="/ppt/notesSlides/notesSlide1.xml" Id="R08b6f197d15147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5f7f993964ded" /><Relationship Type="http://schemas.openxmlformats.org/officeDocument/2006/relationships/notesSlide" Target="/ppt/notesSlides/notesSlide2.xml" Id="Rf731179b2aac4f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d5aefc1bf41ef" /><Relationship Type="http://schemas.openxmlformats.org/officeDocument/2006/relationships/notesSlide" Target="/ppt/notesSlides/notesSlide3.xml" Id="R01aad6206a604f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4853ada234f21" /><Relationship Type="http://schemas.openxmlformats.org/officeDocument/2006/relationships/notesSlide" Target="/ppt/notesSlides/notesSlide4.xml" Id="R6f78a37b42b449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1af62ff934114" /><Relationship Type="http://schemas.openxmlformats.org/officeDocument/2006/relationships/notesSlide" Target="/ppt/notesSlides/notesSlide5.xml" Id="Reb073c5980e44c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b02cb95dd409f" /><Relationship Type="http://schemas.openxmlformats.org/officeDocument/2006/relationships/notesSlide" Target="/ppt/notesSlides/notesSlide6.xml" Id="Rdb07b30b57214218" /></Relationships>
</file>

<file path=ppt/slides/slide1.xml><?xml version="1.0" encoding="utf-8"?>
<p:sld xmlns:p="http://schemas.openxmlformats.org/presentationml/2006/main">
  <p:cSld name="Atlas: +1 senior DV for Aurora sample sur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EXAMPLE  ·  +1 SENIOR DV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Atlas: +1 senior DV for Aurora sample surge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Context B staffing — unplanned 20–30% already burning the plan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approve 1 senior DV req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1 senior DV req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+1 senior DV  ·  If no: USB3 + sample surge slip  ·  Decide by 2026-05-20 (post-silicon)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Tier-1 sample 6/30 with HS IO coverage and senior backup for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Gap: high-speed IO DV is single-threaded; Q2 unplanned already ~20% (context A lookback).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Headcount math (context B): demand includes 25% unplanned buffer — we are understaffed vs sample path.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Blocked / at risk without hire: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stabilize by 6/10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checklist surge (board variants ×2)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H2 WiFi IP integration DV kickoff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lag: target offer 6 weeks; productive ~Q3 mid — start now for H2.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complete → 7/15 (misses sample polish window)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only on golden board (Tier-1 may reject)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People risk stays yellow (deck 03)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 a threat — a transparent trade-off for Morgan.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+1 senior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+ USB3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Contractor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surge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Cash / no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Knowledge 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USB3 from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SKU feature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full +1 senior DV requisition.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2026-05-22 (same week as sample-plan steering).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in 5/22 steering, restate Aurora sample &gt; non-Aurora support tickets.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2026-08-05T23:31:01Z</dcterms:created>
  <cp:lastModifiedBy>OfficeCLI</cp:lastModifiedBy>
  <dcterms:modified xsi:type="dcterms:W3CDTF">2026-08-05T23:31:01Z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2026-08-05T23:31:03Z</vt:lpwstr>
  </op:property>
</op:Properties>
</file>
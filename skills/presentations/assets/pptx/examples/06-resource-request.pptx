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ac7ec180f684fab" /><Relationship Type="http://schemas.openxmlformats.org/package/2006/relationships/metadata/core-properties" Target="/docProps/core.xml" Id="R193223c9d8bf47ee" /><Relationship Type="http://schemas.openxmlformats.org/officeDocument/2006/relationships/extended-properties" Target="/docProps/app.xml" Id="Rde4f0cd895644997" /><Relationship Type="http://schemas.openxmlformats.org/officeDocument/2006/relationships/custom-properties" Target="/docProps/custom.xml" Id="R78d84656b66b49c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c788e5856694419"/>
  </p:notesMasterIdLst>
  <p:sldIdLst>
    <p:sldId id="256" r:id="Rc3322455ff744265"/>
    <p:sldId id="257" r:id="R678ca9dba8684887"/>
    <p:sldId id="258" r:id="Re6bdd3e80a7f416e"/>
    <p:sldId id="259" r:id="R7f6d8f761ecb48cc"/>
    <p:sldId id="260" r:id="R6a98286657bf4b86"/>
    <p:sldId id="261" r:id="Rf1c5d2522d8f49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3322455ff744265" /><Relationship Type="http://schemas.openxmlformats.org/officeDocument/2006/relationships/notesMaster" Target="/ppt/notesMasters/notesMaster1.xml" Id="R0c788e5856694419" /><Relationship Type="http://schemas.openxmlformats.org/officeDocument/2006/relationships/slide" Target="/ppt/slides/slide2.xml" Id="R678ca9dba8684887" /><Relationship Type="http://schemas.openxmlformats.org/officeDocument/2006/relationships/slide" Target="/ppt/slides/slide3.xml" Id="Re6bdd3e80a7f416e" /><Relationship Type="http://schemas.openxmlformats.org/officeDocument/2006/relationships/slide" Target="/ppt/slides/slide4.xml" Id="R7f6d8f761ecb48cc" /><Relationship Type="http://schemas.openxmlformats.org/officeDocument/2006/relationships/slide" Target="/ppt/slides/slide5.xml" Id="R6a98286657bf4b86" /><Relationship Type="http://schemas.openxmlformats.org/officeDocument/2006/relationships/slide" Target="/ppt/slides/slide6.xml" Id="Rf1c5d2522d8f49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8f1aef15b05430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6e8b62cba2a440f" /><Relationship Type="http://schemas.openxmlformats.org/officeDocument/2006/relationships/slide" Target="/ppt/slides/slide1.xml" Id="R9f6cc44e7e044e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e05e86d377b4aaa" /><Relationship Type="http://schemas.openxmlformats.org/officeDocument/2006/relationships/slide" Target="/ppt/slides/slide2.xml" Id="Rbd8f7933d8584c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1b6a268f159426f" /><Relationship Type="http://schemas.openxmlformats.org/officeDocument/2006/relationships/slide" Target="/ppt/slides/slide3.xml" Id="R80b3cf992bf34d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073f5b3bb884d99" /><Relationship Type="http://schemas.openxmlformats.org/officeDocument/2006/relationships/slide" Target="/ppt/slides/slide4.xml" Id="Rdd9db3d627e043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d152611c0dc41f3" /><Relationship Type="http://schemas.openxmlformats.org/officeDocument/2006/relationships/slide" Target="/ppt/slides/slide5.xml" Id="R4220c839f9204b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2c25d4b0465486c" /><Relationship Type="http://schemas.openxmlformats.org/officeDocument/2006/relationships/slide" Target="/ppt/slides/slide6.xml" Id="R38ddd311786240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Single-thread IO DV → +1 senior req with explicit sample slips if 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Explicit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53234ca6104d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d0609ca7d348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e68cf04ee48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60a9f010945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3905b6afdf4a2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305b3e55bae48f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b4409d8dc4d66" /><Relationship Type="http://schemas.openxmlformats.org/officeDocument/2006/relationships/notesSlide" Target="/ppt/notesSlides/notesSlide1.xml" Id="Rad0ff44d409d40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041adb58b47e0" /><Relationship Type="http://schemas.openxmlformats.org/officeDocument/2006/relationships/notesSlide" Target="/ppt/notesSlides/notesSlide2.xml" Id="R2e61e95caf5745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d0c23df9b4e80" /><Relationship Type="http://schemas.openxmlformats.org/officeDocument/2006/relationships/notesSlide" Target="/ppt/notesSlides/notesSlide3.xml" Id="Rd69a1d299fc549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e33bb29784d9a" /><Relationship Type="http://schemas.openxmlformats.org/officeDocument/2006/relationships/notesSlide" Target="/ppt/notesSlides/notesSlide4.xml" Id="R30bf8c15a9cc4f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27b56a1104013" /><Relationship Type="http://schemas.openxmlformats.org/officeDocument/2006/relationships/notesSlide" Target="/ppt/notesSlides/notesSlide5.xml" Id="Ra33e1c094e0049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bf5cacb034961" /><Relationship Type="http://schemas.openxmlformats.org/officeDocument/2006/relationships/notesSlide" Target="/ppt/notesSlides/notesSlide6.xml" Id="Rd3d33bf7cd214e8d" /></Relationships>
</file>

<file path=ppt/slides/slide1.xml><?xml version="1.0" encoding="utf-8"?>
<p:sld xmlns:p="http://schemas.openxmlformats.org/presentationml/2006/main">
  <p:cSld name="Atlas: +1 senior DV for Aurora sample sur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EXAMPLE  ·  +1 SENIOR DV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Atlas: +1 senior DV for Aurora sample surge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Context B staffing — unplanned 20–30% already burning the plan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approve 1 senior DV req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1 senior DV req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+1 senior DV  ·  If no: USB3 + sample surge slip  ·  Decide by 2026-05-20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Tier-1 sample 6/30 with HS IO coverage and senior backup for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Gap: high-speed IO DV is single-threaded; Q2 unplanned already ~20% (context A lookback).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Headcount math (context B): demand includes 25% unplanned buffer — we are understaffed vs sample path.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Blocked / at risk without hire: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stabilize by 6/10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checklist surge (board variants ×2)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H2 WiFi IP integration DV kickoff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lag: target offer 6 weeks; productive ~Q3 mid — start now for H2.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complete → 7/15 (misses sample polish window)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only on golden board (Tier-1 may reject)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People risk stays yellow (deck 03)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 a threat — a transparent trade-off for Morgan.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+1 senior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+ USB3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Contractor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surge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Cash / no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Knowledge 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USB3 from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SKU feature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full +1 senior DV requisition.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2026-05-22.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in 5/22 steering, restate Aurora sample &gt; non-Aurora support tickets.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2026-08-05T23:17:08Z</dcterms:created>
  <cp:lastModifiedBy>OfficeCLI</cp:lastModifiedBy>
  <dcterms:modified xsi:type="dcterms:W3CDTF">2026-08-05T23:17:08Z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2026-08-05T23:17:09Z</vt:lpwstr>
  </op:property>
</op:Properties>
</file>
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373c5df09be459e" /><Relationship Type="http://schemas.openxmlformats.org/package/2006/relationships/metadata/core-properties" Target="/docProps/core.xml" Id="R04a47bcdb20646bc" /><Relationship Type="http://schemas.openxmlformats.org/officeDocument/2006/relationships/extended-properties" Target="/docProps/app.xml" Id="Rb42ad8569ec1473e" /><Relationship Type="http://schemas.openxmlformats.org/officeDocument/2006/relationships/custom-properties" Target="/docProps/custom.xml" Id="R71f65d807a51485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94d0f3664e084857"/>
  </p:notesMasterIdLst>
  <p:sldIdLst>
    <p:sldId id="256" r:id="Rede03627048742a5"/>
    <p:sldId id="257" r:id="Rd71d2a84a8e34d24"/>
    <p:sldId id="258" r:id="Rb5423f07a63d473d"/>
    <p:sldId id="259" r:id="R6e9d3db1e2c54f7f"/>
    <p:sldId id="260" r:id="R13b4bcec534041f1"/>
    <p:sldId id="261" r:id="Rcb5cfab05a2244ab"/>
    <p:sldId id="262" r:id="Rb49f91fdc6d74e7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ede03627048742a5" /><Relationship Type="http://schemas.openxmlformats.org/officeDocument/2006/relationships/notesMaster" Target="/ppt/notesMasters/notesMaster1.xml" Id="R94d0f3664e084857" /><Relationship Type="http://schemas.openxmlformats.org/officeDocument/2006/relationships/slide" Target="/ppt/slides/slide2.xml" Id="Rd71d2a84a8e34d24" /><Relationship Type="http://schemas.openxmlformats.org/officeDocument/2006/relationships/slide" Target="/ppt/slides/slide3.xml" Id="Rb5423f07a63d473d" /><Relationship Type="http://schemas.openxmlformats.org/officeDocument/2006/relationships/slide" Target="/ppt/slides/slide4.xml" Id="R6e9d3db1e2c54f7f" /><Relationship Type="http://schemas.openxmlformats.org/officeDocument/2006/relationships/slide" Target="/ppt/slides/slide5.xml" Id="R13b4bcec534041f1" /><Relationship Type="http://schemas.openxmlformats.org/officeDocument/2006/relationships/slide" Target="/ppt/slides/slide6.xml" Id="Rcb5cfab05a2244ab" /><Relationship Type="http://schemas.openxmlformats.org/officeDocument/2006/relationships/slide" Target="/ppt/slides/slide7.xml" Id="Rb49f91fdc6d74e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e59f55413c84bf1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fab475a1c8c4d61" /><Relationship Type="http://schemas.openxmlformats.org/officeDocument/2006/relationships/slide" Target="/ppt/slides/slide1.xml" Id="R2625e2e705894e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147d9e05f5a4975" /><Relationship Type="http://schemas.openxmlformats.org/officeDocument/2006/relationships/slide" Target="/ppt/slides/slide2.xml" Id="R1021f08361074e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64f321eb153411e" /><Relationship Type="http://schemas.openxmlformats.org/officeDocument/2006/relationships/slide" Target="/ppt/slides/slide3.xml" Id="Rdd3bd0e671af46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ca86e65f89a4558" /><Relationship Type="http://schemas.openxmlformats.org/officeDocument/2006/relationships/slide" Target="/ppt/slides/slide4.xml" Id="R99fce3de92ef4b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3e3073e5bed40a4" /><Relationship Type="http://schemas.openxmlformats.org/officeDocument/2006/relationships/slide" Target="/ppt/slides/slide5.xml" Id="Ra5bd6276eb9d49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95b506862bd4449" /><Relationship Type="http://schemas.openxmlformats.org/officeDocument/2006/relationships/slide" Target="/ppt/slides/slide6.xml" Id="R6ea6dfc327ff4d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e91f63f4e6048f1" /><Relationship Type="http://schemas.openxmlformats.org/officeDocument/2006/relationships/slide" Target="/ppt/slides/slide7.xml" Id="Reeab752e44dd49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Q2 green overall; carry people risk; ask Q3 plan + HC.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QBR classic close.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Same commits as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System fix, not blame.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Owned carry-forward.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QBR classic close.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5485d9ae3452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a9db3dadec42f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b769e52af7480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02adbdcda6436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9f3892c2664a27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44be3196e7a4a5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cdec8997f4fd8" /><Relationship Type="http://schemas.openxmlformats.org/officeDocument/2006/relationships/notesSlide" Target="/ppt/notesSlides/notesSlide1.xml" Id="R4f77dd8bd22941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ca2ff00f24549" /><Relationship Type="http://schemas.openxmlformats.org/officeDocument/2006/relationships/notesSlide" Target="/ppt/notesSlides/notesSlide2.xml" Id="Rc74116a5d55740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83647b28545b6" /><Relationship Type="http://schemas.openxmlformats.org/officeDocument/2006/relationships/notesSlide" Target="/ppt/notesSlides/notesSlide3.xml" Id="R2959f329994848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e16fd69bc2449d" /><Relationship Type="http://schemas.openxmlformats.org/officeDocument/2006/relationships/notesSlide" Target="/ppt/notesSlides/notesSlide4.xml" Id="Rd8a2fce7917d46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9ed55caa244f3" /><Relationship Type="http://schemas.openxmlformats.org/officeDocument/2006/relationships/notesSlide" Target="/ppt/notesSlides/notesSlide5.xml" Id="R6e60e226c03b44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699993f9f44a2b" /><Relationship Type="http://schemas.openxmlformats.org/officeDocument/2006/relationships/notesSlide" Target="/ppt/notesSlides/notesSlide6.xml" Id="R397b7e0a49e846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b4e29c47c47b4" /><Relationship Type="http://schemas.openxmlformats.org/officeDocument/2006/relationships/notesSlide" Target="/ppt/notesSlides/notesSlide7.xml" Id="Rde6bef3dab6c428f" /></Relationships>
</file>

<file path=ppt/slides/slide1.xml><?xml version="1.0" encoding="utf-8"?>
<p:sld xmlns:p="http://schemas.openxmlformats.org/presentationml/2006/main">
  <p:cSld name="Atlas Q2 2026 QBR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09  ·  EXAMPLE  ·  Q2 2026 QBR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Atlas Q2 2026 QBR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Leadership review — freeze, silicon, farm; people yellow carried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Q2 overall GREE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Q2 overall GREEN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Overall: GREEN  ·  Wins: freeze 4/10, day-3 boot 5/15, farm ROI  ·  Carry: IO single-thread  ·  Ask: Q3 B + HC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lookback (QBR ~2026-06-26): AON Option B (3/20); RTL freeze 4/10; TO 4/28; day-3 boot 5/15; sample plan on track 6/30.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Miss/partial: USB3 complete (to 6/10) — capacity unplanned ~20%.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Next: endorse Q3 balanced plan + senior DV req (opened 5/22).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corecard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Scorecard vs commits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freeze-ready decision — Hit — B approved 3/20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RTL freeze 4/10 —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Day-5 boot — Hit — day 3 actual (silicon 5/12)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USB3 bring-up done Q2 — Partial — 6/10 forecast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0 attrition —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Unplanned ≤15% — Miss — actual ~20%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What slipped &amp; wh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What slipped &amp; why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 broken: unplanned load would stay ≤15%; board+ECO-22 consumed more.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Mid-Q we chose sample path over USB3 perfection (correct call).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Change Q3: +1 DV; stricter intake; unplanned budget 15% explicit in plan.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Risks into next perio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into next period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IO DV single-thread — +1 hire / contractor bridge —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Sample customer change requests — intake rule — Alex+PM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HelixSim PO timing — procurement 6/05 — Finance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Lookback A: outcomes 62% / invest 18% / unplanned 20%.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priority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 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P1 Sample SLA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Design-win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Fits A with 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P2 RevB AON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Investment band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P3 WiFi 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Only if P1 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Three takeaways: freeze+boot green; unplanned drove USB3 partial; support Q3 B + DV hire.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P1/P2; WiFi remains stretch.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Decisions by: this QBR (~6/26) + follow-up 1:1 into Q3 kickoff 7/01.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2026-08-05T23:31:17Z</dcterms:created>
  <cp:lastModifiedBy>OfficeCLI</cp:lastModifiedBy>
  <dcterms:modified xsi:type="dcterms:W3CDTF">2026-08-05T23:31:17Z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2026-08-05T23:31:19Z</vt:lpwstr>
  </op:property>
</op:Properties>
</file>
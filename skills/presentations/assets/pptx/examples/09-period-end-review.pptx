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054ed6954644408" /><Relationship Type="http://schemas.openxmlformats.org/package/2006/relationships/metadata/core-properties" Target="/docProps/core.xml" Id="R13a67df3fd724a35" /><Relationship Type="http://schemas.openxmlformats.org/officeDocument/2006/relationships/extended-properties" Target="/docProps/app.xml" Id="R8bddd8f17f8647a5" /><Relationship Type="http://schemas.openxmlformats.org/officeDocument/2006/relationships/custom-properties" Target="/docProps/custom.xml" Id="R82e37a7d32b84e5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461ff9d998e4e62"/>
  </p:notesMasterIdLst>
  <p:sldIdLst>
    <p:sldId id="256" r:id="Rc38c62ffc6b8455b"/>
    <p:sldId id="257" r:id="R645ee887409d4c98"/>
    <p:sldId id="258" r:id="Re49ac7c29f894b57"/>
    <p:sldId id="259" r:id="Rc87eafa5d2b544f4"/>
    <p:sldId id="260" r:id="Re8f9d2d62acc482f"/>
    <p:sldId id="261" r:id="R3c1a78587f264be0"/>
    <p:sldId id="262" r:id="R951f1e09d84b4b8f"/>
    <p:sldId id="263" r:id="R930444cb5af64be2"/>
    <p:sldId id="264" r:id="R89f55c893918413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38c62ffc6b8455b" /><Relationship Type="http://schemas.openxmlformats.org/officeDocument/2006/relationships/notesMaster" Target="/ppt/notesMasters/notesMaster1.xml" Id="R9461ff9d998e4e62" /><Relationship Type="http://schemas.openxmlformats.org/officeDocument/2006/relationships/slide" Target="/ppt/slides/slide2.xml" Id="R645ee887409d4c98" /><Relationship Type="http://schemas.openxmlformats.org/officeDocument/2006/relationships/slide" Target="/ppt/slides/slide3.xml" Id="Re49ac7c29f894b57" /><Relationship Type="http://schemas.openxmlformats.org/officeDocument/2006/relationships/slide" Target="/ppt/slides/slide4.xml" Id="Rc87eafa5d2b544f4" /><Relationship Type="http://schemas.openxmlformats.org/officeDocument/2006/relationships/slide" Target="/ppt/slides/slide5.xml" Id="Re8f9d2d62acc482f" /><Relationship Type="http://schemas.openxmlformats.org/officeDocument/2006/relationships/slide" Target="/ppt/slides/slide6.xml" Id="R3c1a78587f264be0" /><Relationship Type="http://schemas.openxmlformats.org/officeDocument/2006/relationships/slide" Target="/ppt/slides/slide7.xml" Id="R951f1e09d84b4b8f" /><Relationship Type="http://schemas.openxmlformats.org/officeDocument/2006/relationships/slide" Target="/ppt/slides/slide8.xml" Id="R930444cb5af64be2" /><Relationship Type="http://schemas.openxmlformats.org/officeDocument/2006/relationships/slide" Target="/ppt/slides/slide9.xml" Id="R89f55c89391841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ba709c604db44c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cd8b28070c4645" /><Relationship Type="http://schemas.openxmlformats.org/officeDocument/2006/relationships/slide" Target="/ppt/slides/slide1.xml" Id="R9f753f31fc9745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e7afa732c44428" /><Relationship Type="http://schemas.openxmlformats.org/officeDocument/2006/relationships/slide" Target="/ppt/slides/slide2.xml" Id="R8788f9adb82f48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ab48c1fa3c84436" /><Relationship Type="http://schemas.openxmlformats.org/officeDocument/2006/relationships/slide" Target="/ppt/slides/slide3.xml" Id="R88c4db9a5ab346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1e2c7d62d734e86" /><Relationship Type="http://schemas.openxmlformats.org/officeDocument/2006/relationships/slide" Target="/ppt/slides/slide4.xml" Id="R39ba09a9d1f844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c1e83d10ab14464" /><Relationship Type="http://schemas.openxmlformats.org/officeDocument/2006/relationships/slide" Target="/ppt/slides/slide5.xml" Id="Rb6587a3446e84e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d36bc2851694a58" /><Relationship Type="http://schemas.openxmlformats.org/officeDocument/2006/relationships/slide" Target="/ppt/slides/slide6.xml" Id="Rc6b7c16b219744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dd7a6c884cf4644" /><Relationship Type="http://schemas.openxmlformats.org/officeDocument/2006/relationships/slide" Target="/ppt/slides/slide7.xml" Id="R9c1e70c2a6a44c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389a671a29d45aa" /><Relationship Type="http://schemas.openxmlformats.org/officeDocument/2006/relationships/slide" Target="/ppt/slides/slide8.xml" Id="Rd1897683c93a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e4c4a44d6d743c1" /><Relationship Type="http://schemas.openxmlformats.org/officeDocument/2006/relationships/slide" Target="/ppt/slides/slide9.xml" Id="R30032df1d86d4e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(example). Q2 green overall; carry people risk; ask Q3 plan + HC.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Leadership QBR scorecard → risks → asks</a:t>
            </a:r>
          </a:p>
          <a:p xmlns:a="http://schemas.openxmlformats.org/drawingml/2006/main">
            <a:r>
              <a:rPr lang="en-US"/>
              <a:t>SRE Book — example postmortem (impact honesty): https://sre.google/sre-book/example-postmortem/</a:t>
            </a:r>
          </a:p>
          <a:p xmlns:a="http://schemas.openxmlformats.org/drawingml/2006/main">
            <a:r>
              <a:rPr lang="en-US"/>
              <a:t>EM Tools — executive communication updates: https://www.em-tools.io/engineering-manager-responsibilities/executive-communication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Leadership QBR scorecard → risks → asks</a:t>
            </a:r>
          </a:p>
          <a:p xmlns:a="http://schemas.openxmlformats.org/drawingml/2006/main">
            <a:r>
              <a:rPr lang="en-US"/>
              <a:t>SRE Book — example postmortem (impact honesty): https://sre.google/sre-book/example-postmortem/</a:t>
            </a:r>
          </a:p>
          <a:p xmlns:a="http://schemas.openxmlformats.org/drawingml/2006/main">
            <a:r>
              <a:rPr lang="en-US"/>
              <a:t>EM Tools — executive communication updates: https://www.em-tools.io/engineering-manager-responsibilities/executive-communication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Agent/human: answer who/stakes/decision from this slide alone. Recommend=Overall GREEN with explicit carry risks; approve P1/P2 and HC path. by This QBR (~2026-06-26) + follow-up into 7/01 kickoff.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QBR classic close.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Same commits as kickoff.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System fix, not blame.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Owned carry-forward.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QBR classic close.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39a061f9f4d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70263d3a842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e0d5d72ae47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7362a5be44e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f98fe04c3456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b5288d6e0dd4aa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070dcd83c43f7" /><Relationship Type="http://schemas.openxmlformats.org/officeDocument/2006/relationships/notesSlide" Target="/ppt/notesSlides/notesSlide1.xml" Id="Re109743ed997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2c3452cea4d6e" /><Relationship Type="http://schemas.openxmlformats.org/officeDocument/2006/relationships/notesSlide" Target="/ppt/notesSlides/notesSlide2.xml" Id="R378799de869142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330f5bf184feb" /><Relationship Type="http://schemas.openxmlformats.org/officeDocument/2006/relationships/notesSlide" Target="/ppt/notesSlides/notesSlide3.xml" Id="Rfadf1e106c2946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b4b17ef954b4c" /><Relationship Type="http://schemas.openxmlformats.org/officeDocument/2006/relationships/notesSlide" Target="/ppt/notesSlides/notesSlide4.xml" Id="Rd2d8c98f0ca841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241dd212a43ff" /><Relationship Type="http://schemas.openxmlformats.org/officeDocument/2006/relationships/notesSlide" Target="/ppt/notesSlides/notesSlide5.xml" Id="R6b8743da58ad40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20e22f5ab4876" /><Relationship Type="http://schemas.openxmlformats.org/officeDocument/2006/relationships/notesSlide" Target="/ppt/notesSlides/notesSlide6.xml" Id="Rc7817c1f713245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797d685fb43b0" /><Relationship Type="http://schemas.openxmlformats.org/officeDocument/2006/relationships/notesSlide" Target="/ppt/notesSlides/notesSlide7.xml" Id="R1339e7e45ebb44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d9feb7adf4775" /><Relationship Type="http://schemas.openxmlformats.org/officeDocument/2006/relationships/notesSlide" Target="/ppt/notesSlides/notesSlide8.xml" Id="R67f27e4febdb4d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8583a959e4647" /><Relationship Type="http://schemas.openxmlformats.org/officeDocument/2006/relationships/notesSlide" Target="/ppt/notesSlides/notesSlide9.xml" Id="R7ff512a633ed46a4" /></Relationships>
</file>

<file path=ppt/slides/slide1.xml><?xml version="1.0" encoding="utf-8"?>
<p:sld xmlns:p="http://schemas.openxmlformats.org/presentationml/2006/main">
  <p:cSld name="Atlas Q2 2026 QBR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09  ·  EXAMPLE  ·  Q2 2026 QBR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Atlas Q2 2026 QBR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Leadership review — freeze, silicon, farm; people yellow carried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Leadership QBR scorecard → risks → asks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EXAMPLE  ·  Atlas Platform  ·  Project Aurora  ·  NovaSemi  ·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Leadership QBR scorecard → risks → asks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SRE Book — example postmortem (impact honesty)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https://sre.google/sre-book/example-postmortem/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EM Tools — executive communication updates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https://www.em-tools.io/engineering-manager-responsibilities/executive-communication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Situation &amp; decision car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READ THIS BEFORE THE DETAILS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Situation &amp; decision card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24000"/>
            <a:ext cx="11088000" cy="49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Presenter: Alex Chen — EM, Atlas Q2 QBR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Decision-maker: Morgan Lee + leadership forum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Audience: VP Eng, peer EMs, program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What just happened / context: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Q2 closed ~2026-06-26 lookback: AON B 3/20, freeze 4/10, TO 4/28, day-3 boot 5/15, sample on track 6/30. USB3 partial; unplanned ~20%; IO single-thread carried yellow.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Stakes if we get this wrong: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leadership only hears GREEN silicon, they may underfund Q3 hire/intake discipline and recreate unplanned overload.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 needed: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Endorse next priorities P1 sample SLA + P2 revB; keep WiFi stretch; support DV hire + Q3 plan B.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Recommendation: Overall GREEN with explicit carry risks; approve P1/P2 and HC path.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YES: Q3 kickoff (08) has air cover; hire continues; intake rule enforced.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NO / delay: Same single-thread risk into sample support peak.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Decide by: This QBR (~2026-06-26) + follow-up into 7/01 kickoff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prior: H1 arc so far: 01→02→03/06→04→05→07 (not 08 — Q3 kickoff is after this QBR)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next: 08 Q3 kickoff 7/01 under endorsed commits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BLUF — Q2 overall GREE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Q2 overall GREEN</a:t>
            </a:r>
          </a:p>
        </p:txBody>
      </p:sp>
      <p:sp>
        <p:nvSpPr>
          <p:cNvPr id="100015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Overall: GREEN  ·  Wins: freeze 4/10, day-3 boot 5/15, farm ROI  ·  Carry: IO single-thread  ·  Ask: Q3 B + HC</a:t>
            </a:r>
          </a:p>
        </p:txBody>
      </p:sp>
      <p:sp>
        <p:nvSpPr>
          <p:cNvPr id="100016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Q2 lookback (QBR ~2026-06-26): AON Option B (3/20); RTL freeze 4/10; TO 4/28; day-3 boot 5/15; sample plan on track 6/30.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Miss/partial: USB3 complete (to 6/10) — capacity unplanned ~20%.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Next: endorse Q3 balanced plan + senior DV req (opened 5/22).</a:t>
            </a:r>
          </a:p>
        </p:txBody>
      </p:sp>
      <p:sp>
        <p:nvSpPr>
          <p:cNvPr id="100017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Scorecard vs commi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Scorecard vs commits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AON freeze-ready decision — Hit — B approved 3/20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RTL freeze 4/10 — Hit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Day-5 boot — Hit — day 3 actual (silicon 5/12)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USB3 bring-up done Q2 — Partial — 6/10 forecast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0 attrition — Hit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Unplanned ≤15% — Miss — actual ~20%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What slipped &amp; why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1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What slipped &amp; why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Assumption broken: unplanned load would stay ≤15%; board+ECO-22 consumed more.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Mid-Q we chose sample path over USB3 perfection (correct call).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Change Q3: +1 DV; stricter intake; unplanned budget 15% explicit in plan.</a:t>
            </a:r>
          </a:p>
        </p:txBody>
      </p:sp>
      <p:sp>
        <p:nvSpPr>
          <p:cNvPr id="100023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Risks into next perio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Risks into next period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1. IO DV single-thread — +1 hire / contractor bridge — Alex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2. Sample customer change requests — intake rule — Alex+PM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3. HelixSim PO timing — procurement 6/05 — Finance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Lookback A: outcomes 62% / invest 18% / unplanned 20%.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7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9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96000"/>
                <a:gridCol w="3696000"/>
                <a:gridCol w="3696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Next priority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Capacity note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P1 Sample SLA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Design-win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Fits A with hire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P2 RevB AON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Tech 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Investment 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P3 WiFi stretch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Only if P1 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3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31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32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33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Three takeaways: freeze+boot green; unplanned drove USB3 partial; support Q3 B + DV hire.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Endorse P1/P2; WiFi remains stretch.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Decisions by: this QBR (~6/26) + follow-up 1:1 into Q3 kickoff 7/01.</a:t>
            </a:r>
          </a:p>
        </p:txBody>
      </p:sp>
      <p:sp>
        <p:nvSpPr>
          <p:cNvPr id="100034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2026-08-05T23:59:45Z</dcterms:created>
  <cp:lastModifiedBy>OfficeCLI</cp:lastModifiedBy>
  <dcterms:modified xsi:type="dcterms:W3CDTF">2026-08-05T23:59:45Z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2026-08-05T23:59:47Z</vt:lpwstr>
  </op:property>
</op:Properties>
</file>
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94f883d07004af2" /><Relationship Type="http://schemas.openxmlformats.org/package/2006/relationships/metadata/core-properties" Target="/docProps/core.xml" Id="R1af5927a6f254c68" /><Relationship Type="http://schemas.openxmlformats.org/officeDocument/2006/relationships/extended-properties" Target="/docProps/app.xml" Id="R5feedf9ab4f04992" /><Relationship Type="http://schemas.openxmlformats.org/officeDocument/2006/relationships/custom-properties" Target="/docProps/custom.xml" Id="Rb54e6cd5f3cb4ff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e31edac39a84d13"/>
  </p:notesMasterIdLst>
  <p:sldIdLst>
    <p:sldId id="256" r:id="Rd74d0cd4f6f14658"/>
    <p:sldId id="257" r:id="R1990185f09a640c8"/>
    <p:sldId id="258" r:id="Re62a985edb064ed4"/>
    <p:sldId id="259" r:id="Rfa207d740c9f40c4"/>
    <p:sldId id="260" r:id="Rd0d2bcaa34b14246"/>
    <p:sldId id="261" r:id="R359ef0c2f448436c"/>
    <p:sldId id="262" r:id="Rbccf80a58a364dc9"/>
    <p:sldId id="263" r:id="R8371f753cf90418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74d0cd4f6f14658" /><Relationship Type="http://schemas.openxmlformats.org/officeDocument/2006/relationships/notesMaster" Target="/ppt/notesMasters/notesMaster1.xml" Id="Rce31edac39a84d13" /><Relationship Type="http://schemas.openxmlformats.org/officeDocument/2006/relationships/slide" Target="/ppt/slides/slide2.xml" Id="R1990185f09a640c8" /><Relationship Type="http://schemas.openxmlformats.org/officeDocument/2006/relationships/slide" Target="/ppt/slides/slide3.xml" Id="Re62a985edb064ed4" /><Relationship Type="http://schemas.openxmlformats.org/officeDocument/2006/relationships/slide" Target="/ppt/slides/slide4.xml" Id="Rfa207d740c9f40c4" /><Relationship Type="http://schemas.openxmlformats.org/officeDocument/2006/relationships/slide" Target="/ppt/slides/slide5.xml" Id="Rd0d2bcaa34b14246" /><Relationship Type="http://schemas.openxmlformats.org/officeDocument/2006/relationships/slide" Target="/ppt/slides/slide6.xml" Id="R359ef0c2f448436c" /><Relationship Type="http://schemas.openxmlformats.org/officeDocument/2006/relationships/slide" Target="/ppt/slides/slide7.xml" Id="Rbccf80a58a364dc9" /><Relationship Type="http://schemas.openxmlformats.org/officeDocument/2006/relationships/slide" Target="/ppt/slides/slide8.xml" Id="R8371f753cf9041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3b68184a3dc410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dd1aac37704be1" /><Relationship Type="http://schemas.openxmlformats.org/officeDocument/2006/relationships/slide" Target="/ppt/slides/slide1.xml" Id="Rc24c0e72363f4e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fd912c1bea24ae5" /><Relationship Type="http://schemas.openxmlformats.org/officeDocument/2006/relationships/slide" Target="/ppt/slides/slide2.xml" Id="Rb251d93ad53b41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300da8be874436" /><Relationship Type="http://schemas.openxmlformats.org/officeDocument/2006/relationships/slide" Target="/ppt/slides/slide3.xml" Id="R3875a2e919c447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216d2ee052e4bf1" /><Relationship Type="http://schemas.openxmlformats.org/officeDocument/2006/relationships/slide" Target="/ppt/slides/slide4.xml" Id="Rf07c77671a6a4d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67df031a0394fa2" /><Relationship Type="http://schemas.openxmlformats.org/officeDocument/2006/relationships/slide" Target="/ppt/slides/slide5.xml" Id="R483558fc252d43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083d25c38044e8d" /><Relationship Type="http://schemas.openxmlformats.org/officeDocument/2006/relationships/slide" Target="/ppt/slides/slide6.xml" Id="Rf14f746567724c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b72b876296b47ed" /><Relationship Type="http://schemas.openxmlformats.org/officeDocument/2006/relationships/slide" Target="/ppt/slides/slide7.xml" Id="Rdb7d833b7af245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6b4484af21042db" /><Relationship Type="http://schemas.openxmlformats.org/officeDocument/2006/relationships/slide" Target="/ppt/slides/slide8.xml" Id="Rfe22b78a71b143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Q2 green overall; carry people risk; ask Q3 plan + HC.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commits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System fix, not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Owned carry-forward.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acc9c920de4f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ead0ca077f46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883cc7443146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1f1ab2e71a4a3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d4c0c0370c424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3a64d9f465c8496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9703cde40b48e3" /><Relationship Type="http://schemas.openxmlformats.org/officeDocument/2006/relationships/notesSlide" Target="/ppt/notesSlides/notesSlide1.xml" Id="R45b99089ba624d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574cdfda84a47" /><Relationship Type="http://schemas.openxmlformats.org/officeDocument/2006/relationships/notesSlide" Target="/ppt/notesSlides/notesSlide2.xml" Id="Re48656c886c948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95322d2484caa" /><Relationship Type="http://schemas.openxmlformats.org/officeDocument/2006/relationships/notesSlide" Target="/ppt/notesSlides/notesSlide3.xml" Id="R2426a8c9e96c4c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1e3b7bcb6467a" /><Relationship Type="http://schemas.openxmlformats.org/officeDocument/2006/relationships/notesSlide" Target="/ppt/notesSlides/notesSlide4.xml" Id="Rc4bf861340e04c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6d515123b49cd" /><Relationship Type="http://schemas.openxmlformats.org/officeDocument/2006/relationships/notesSlide" Target="/ppt/notesSlides/notesSlide5.xml" Id="R409ddeb09f6f41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10ad034894ad4" /><Relationship Type="http://schemas.openxmlformats.org/officeDocument/2006/relationships/notesSlide" Target="/ppt/notesSlides/notesSlide6.xml" Id="R7d2649e576ba47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36e1001714460" /><Relationship Type="http://schemas.openxmlformats.org/officeDocument/2006/relationships/notesSlide" Target="/ppt/notesSlides/notesSlide7.xml" Id="R72fcdb82fd154c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69c5fc3654617" /><Relationship Type="http://schemas.openxmlformats.org/officeDocument/2006/relationships/notesSlide" Target="/ppt/notesSlides/notesSlide8.xml" Id="R0bc09e35182f4c35" /></Relationships>
</file>

<file path=ppt/slides/slide1.xml><?xml version="1.0" encoding="utf-8"?>
<p:sld xmlns:p="http://schemas.openxmlformats.org/presentationml/2006/main">
  <p:cSld name="Atlas Q2 2026 QBR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EXAMPLE  ·  Q2 2026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Q2 2026 QBR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Leadership review — freeze, silicon, farm; people yellow carried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Leadership QBR scorecard → risks → asks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Leadership QBR scorecard → risks → asks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(impact honesty)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updates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Q2 overall GREE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Q2 overall GREEN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  ·  Wins: freeze 4/10, day-3 boot 5/15, farm ROI  ·  Carry: IO single-thread  ·  Ask: Q3 B + HC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lookback (QBR ~2026-06-26): AON Option B (3/20); RTL freeze 4/10; TO 4/28; day-3 boot 5/15; sample plan on track 6/30.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Miss/partial: USB3 complete (to 6/10) — capacity unplanned ~20%.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endorse Q3 balanced plan + senior DV req (opened 5/22).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freeze-ready decision — Hit — B approved 3/20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— Hit — day 3 actual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done Q2 — Partial — 6/10 forecast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0 attrition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≤15% — Miss — actual ~20%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broken: unplanned load would stay ≤15%; board+ECO-22 consumed more.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Mid-Q we chose sample path over USB3 perfection (correct call).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Change Q3: +1 DV; stricter intake; unplanned budget 15% explicit in plan.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IO DV single-thread — +1 hire / contractor bridge —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Sample customer change requests — intake rule — Alex+PM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HelixSim PO timing — procurement 6/05 — Finance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Lookback A: outcomes 62% / invest 18% / unplanned 20%.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Sample SLA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 with 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 RevB AON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Investment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Only if P1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Three takeaways: freeze+boot green; unplanned drove USB3 partial; support Q3 B + DV hire.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P1/P2; WiFi remains stretch.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Decisions by: this QBR (~6/26) + follow-up 1:1 into Q3 kickoff 7/01.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2026-08-05T23:41:55Z</dcterms:created>
  <cp:lastModifiedBy>OfficeCLI</cp:lastModifiedBy>
  <dcterms:modified xsi:type="dcterms:W3CDTF">2026-08-05T23:41:55Z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2026-08-05T23:41:57Z</vt:lpwstr>
  </op:property>
</op:Properties>
</file>
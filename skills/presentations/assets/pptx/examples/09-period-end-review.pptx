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da5a884d69f84cd2" /><Relationship Type="http://schemas.openxmlformats.org/package/2006/relationships/metadata/core-properties" Target="/docProps/core.xml" Id="R63ee34379411486e" /><Relationship Type="http://schemas.openxmlformats.org/officeDocument/2006/relationships/extended-properties" Target="/docProps/app.xml" Id="R2f927a56cc0d45d6" /><Relationship Type="http://schemas.openxmlformats.org/officeDocument/2006/relationships/custom-properties" Target="/docProps/custom.xml" Id="R76c13070fcd44f8e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77fad6edc5ff4d3f"/>
  </p:notesMasterIdLst>
  <p:sldIdLst>
    <p:sldId id="256" r:id="R92752427105f4b50"/>
    <p:sldId id="257" r:id="R5c8735456b244141"/>
    <p:sldId id="258" r:id="R31b183c1ffe346af"/>
    <p:sldId id="259" r:id="R1afcb8d8766c4265"/>
    <p:sldId id="260" r:id="R9b61c0efa3234267"/>
    <p:sldId id="261" r:id="R174774e199f3463d"/>
    <p:sldId id="262" r:id="R11ed1c0e06e24c12"/>
    <p:sldId id="263" r:id="R7c06dccc0f174bbc"/>
    <p:sldId id="264" r:id="R39778ced27a6441c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92752427105f4b50" /><Relationship Type="http://schemas.openxmlformats.org/officeDocument/2006/relationships/notesMaster" Target="/ppt/notesMasters/notesMaster1.xml" Id="R77fad6edc5ff4d3f" /><Relationship Type="http://schemas.openxmlformats.org/officeDocument/2006/relationships/slide" Target="/ppt/slides/slide2.xml" Id="R5c8735456b244141" /><Relationship Type="http://schemas.openxmlformats.org/officeDocument/2006/relationships/slide" Target="/ppt/slides/slide3.xml" Id="R31b183c1ffe346af" /><Relationship Type="http://schemas.openxmlformats.org/officeDocument/2006/relationships/slide" Target="/ppt/slides/slide4.xml" Id="R1afcb8d8766c4265" /><Relationship Type="http://schemas.openxmlformats.org/officeDocument/2006/relationships/slide" Target="/ppt/slides/slide5.xml" Id="R9b61c0efa3234267" /><Relationship Type="http://schemas.openxmlformats.org/officeDocument/2006/relationships/slide" Target="/ppt/slides/slide6.xml" Id="R174774e199f3463d" /><Relationship Type="http://schemas.openxmlformats.org/officeDocument/2006/relationships/slide" Target="/ppt/slides/slide7.xml" Id="R11ed1c0e06e24c12" /><Relationship Type="http://schemas.openxmlformats.org/officeDocument/2006/relationships/slide" Target="/ppt/slides/slide8.xml" Id="R7c06dccc0f174bbc" /><Relationship Type="http://schemas.openxmlformats.org/officeDocument/2006/relationships/slide" Target="/ppt/slides/slide9.xml" Id="R39778ced27a6441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44e7da0c51224c9d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08e118f868144b3" /><Relationship Type="http://schemas.openxmlformats.org/officeDocument/2006/relationships/slide" Target="/ppt/slides/slide1.xml" Id="Rff81df3a64574d0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2b307c6287c4e22" /><Relationship Type="http://schemas.openxmlformats.org/officeDocument/2006/relationships/slide" Target="/ppt/slides/slide2.xml" Id="Re53357c5df574e2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e4073c3c20440b2" /><Relationship Type="http://schemas.openxmlformats.org/officeDocument/2006/relationships/slide" Target="/ppt/slides/slide3.xml" Id="R1ef43b60554249b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654f41ea7344f1c" /><Relationship Type="http://schemas.openxmlformats.org/officeDocument/2006/relationships/slide" Target="/ppt/slides/slide4.xml" Id="R5f617d302b93438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a6e041b04b6d4cb8" /><Relationship Type="http://schemas.openxmlformats.org/officeDocument/2006/relationships/slide" Target="/ppt/slides/slide5.xml" Id="R2b66ca2ac2b043e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84b71ff38144566" /><Relationship Type="http://schemas.openxmlformats.org/officeDocument/2006/relationships/slide" Target="/ppt/slides/slide6.xml" Id="R3a92cef070184d6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b08ead702c04949" /><Relationship Type="http://schemas.openxmlformats.org/officeDocument/2006/relationships/slide" Target="/ppt/slides/slide7.xml" Id="R7cfff75607804b6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90f7bcb76984f2d" /><Relationship Type="http://schemas.openxmlformats.org/officeDocument/2006/relationships/slide" Target="/ppt/slides/slide8.xml" Id="R3ecab22d0dbf472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d10da724ac14110" /><Relationship Type="http://schemas.openxmlformats.org/officeDocument/2006/relationships/slide" Target="/ppt/slides/slide9.xml" Id="Rdf95d98df9b1414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(example). Q2 green overall; carry people risk; ask Q3 plan + HC.</a:t>
            </a:r>
          </a:p>
          <a:p xmlns:a="http://schemas.openxmlformats.org/drawingml/2006/main">
            <a:r>
              <a:rPr lang="en-US"/>
              <a:t/>
            </a:r>
          </a:p>
          <a:p xmlns:a="http://schemas.openxmlformats.org/drawingml/2006/main">
            <a:r>
              <a:rPr lang="en-US"/>
              <a:t>Leadership QBR scorecard → risks → asks</a:t>
            </a:r>
          </a:p>
          <a:p xmlns:a="http://schemas.openxmlformats.org/drawingml/2006/main">
            <a:r>
              <a:rPr lang="en-US"/>
              <a:t>SRE Book — example postmortem (impact honesty): https://sre.google/sre-book/example-postmortem/</a:t>
            </a:r>
          </a:p>
          <a:p xmlns:a="http://schemas.openxmlformats.org/drawingml/2006/main">
            <a:r>
              <a:rPr lang="en-US"/>
              <a:t>EM Tools — executive communication updates: https://www.em-tools.io/engineering-manager-responsibilities/executive-communication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Leadership QBR scorecard → risks → asks</a:t>
            </a:r>
          </a:p>
          <a:p xmlns:a="http://schemas.openxmlformats.org/drawingml/2006/main">
            <a:r>
              <a:rPr lang="en-US"/>
              <a:t>SRE Book — example postmortem (impact honesty): https://sre.google/sre-book/example-postmortem/</a:t>
            </a:r>
          </a:p>
          <a:p xmlns:a="http://schemas.openxmlformats.org/drawingml/2006/main">
            <a:r>
              <a:rPr lang="en-US"/>
              <a:t>EM Tools — executive communication updates: https://www.em-tools.io/engineering-manager-responsibilities/executive-communication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Agent/human: answer who/stakes/decision from this slide alone. Recommend=Overall GREEN with explicit carry risks; approve P1/P2 and HC path. by This QBR (~2026-06-26) + follow-up into 7/01 kickoff.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QBR classic close.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Same commits as kickoff.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System fix, not blame.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Owned carry-forward.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QBR classic close.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e3f408c31147f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a489fea8ea4fe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0351cc22d74fa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4b69bb70ed4f3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0916cdc7d240f1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7e0dd51c5fec477f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ac777407d14e40" /><Relationship Type="http://schemas.openxmlformats.org/officeDocument/2006/relationships/notesSlide" Target="/ppt/notesSlides/notesSlide1.xml" Id="R13ed763391504b4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644cdb1230476b" /><Relationship Type="http://schemas.openxmlformats.org/officeDocument/2006/relationships/notesSlide" Target="/ppt/notesSlides/notesSlide2.xml" Id="Re1b745a533cb466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035db705014276" /><Relationship Type="http://schemas.openxmlformats.org/officeDocument/2006/relationships/notesSlide" Target="/ppt/notesSlides/notesSlide3.xml" Id="R72d812d5e99f46e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ffe7b46c674547" /><Relationship Type="http://schemas.openxmlformats.org/officeDocument/2006/relationships/notesSlide" Target="/ppt/notesSlides/notesSlide4.xml" Id="R9396459c5f2846f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8a965401224fd4" /><Relationship Type="http://schemas.openxmlformats.org/officeDocument/2006/relationships/notesSlide" Target="/ppt/notesSlides/notesSlide5.xml" Id="Rb70e62a3e2c14ae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95aba41f054ba4" /><Relationship Type="http://schemas.openxmlformats.org/officeDocument/2006/relationships/notesSlide" Target="/ppt/notesSlides/notesSlide6.xml" Id="R8dc76e5e29bd4c5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087f37b21d4175" /><Relationship Type="http://schemas.openxmlformats.org/officeDocument/2006/relationships/notesSlide" Target="/ppt/notesSlides/notesSlide7.xml" Id="R9d9382809a9b4d5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9429db987f442c" /><Relationship Type="http://schemas.openxmlformats.org/officeDocument/2006/relationships/notesSlide" Target="/ppt/notesSlides/notesSlide8.xml" Id="R32136680dc9a454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faa6162c274d85" /><Relationship Type="http://schemas.openxmlformats.org/officeDocument/2006/relationships/notesSlide" Target="/ppt/notesSlides/notesSlide9.xml" Id="Re8c1cf795e254818" /></Relationships>
</file>

<file path=ppt/slides/slide1.xml><?xml version="1.0" encoding="utf-8"?>
<p:sld xmlns:p="http://schemas.openxmlformats.org/presentationml/2006/main">
  <p:cSld name="Atlas Q2 2026 QBR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93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09  ·  EXAMPLE  ·  Q2 2026 QBR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332000"/>
            <a:ext cx="11088000" cy="9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FFFFFF"/>
                </a:solidFill>
                <a:latin typeface="Calibri"/>
                <a:ea typeface="Calibri"/>
              </a:rPr>
              <a:t>Atlas Q2 2026 QBR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340000"/>
            <a:ext cx="11088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CADCFC"/>
                </a:solidFill>
                <a:latin typeface="Calibri"/>
                <a:ea typeface="Calibri"/>
              </a:rPr>
              <a:t>Leadership review — freeze, silicon, farm; people yellow carried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3240000"/>
            <a:ext cx="11088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A0C4E8"/>
                </a:solidFill>
                <a:latin typeface="Calibri"/>
                <a:ea typeface="Calibri"/>
              </a:rPr>
              <a:t>Pattern: Leadership QBR scorecard → risks → asks</a:t>
            </a:r>
          </a:p>
        </p:txBody>
      </p:sp>
      <p:sp>
        <p:nvSpPr>
          <p:cNvPr id="100004" name="TextBox 5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EXAMPLE  ·  Atlas Platform  ·  Project Aurora  ·  NovaSemi  ·  2026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Pattern provenanc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5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WHERE THIS DECK SHAPE COMES FROM</a:t>
            </a:r>
          </a:p>
        </p:txBody>
      </p:sp>
      <p:sp>
        <p:nvSpPr>
          <p:cNvPr id="100006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Pattern provenance</a:t>
            </a:r>
          </a:p>
        </p:txBody>
      </p:sp>
      <p:sp>
        <p:nvSpPr>
          <p:cNvPr id="100007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Public pattern (structure only — not a confidential company deck):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Leadership QBR scorecard → risks → asks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SRE Book — example postmortem (impact honesty)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https://sre.google/sre-book/example-postmortem/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EM Tools — executive communication updates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https://www.em-tools.io/engineering-manager-responsibilities/executive-communication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How to use: copy section order and decision verbs; replace with your metrics.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CONTENT TEMPLATE ONLY — do not copy visual design (colors, margins, fonts) as a brand system.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In-repo: skills/presentations/classic-public-cases.md · assets/README.md (agent notice)</a:t>
            </a:r>
          </a:p>
        </p:txBody>
      </p:sp>
      <p:sp>
        <p:nvSpPr>
          <p:cNvPr id="100008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Situation &amp; decision card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READ THIS BEFORE THE DETAILS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Situation &amp; decision card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1224000"/>
            <a:ext cx="11088000" cy="49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Presenter: Alex Chen — EM, Atlas Q2 QBR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Decision-maker: Morgan Lee + leadership forum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Audience: VP Eng, peer EMs, program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What just happened / context: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Q2 closed ~2026-06-26 lookback: AON B 3/20, freeze 4/10, TO 4/28, day-3 boot 5/15, sample on track 6/30. USB3 partial; unplanned ~20%; IO single-thread carried yellow.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Stakes if we get this wrong: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If leadership only hears GREEN silicon, they may underfund Q3 hire/intake discipline and recreate unplanned overload.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Decision needed: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Endorse next priorities P1 sample SLA + P2 revB; keep WiFi stretch; support DV hire + Q3 plan B.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Recommendation: Overall GREEN with explicit carry risks; approve P1/P2 and HC path.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If YES: Q3 kickoff (08) has air cover; hire continues; intake rule enforced.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If NO / delay: Same single-thread risk into sample support peak.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Decide by: This QBR (~2026-06-26) + follow-up into 7/01 kickoff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Arc prior: H1 arc so far: 01→02→03/06→04→05→07 (not 08 — Q3 kickoff is after this QBR)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Arc next: 08 Q3 kickoff 7/01 under endorsed commits</a:t>
            </a:r>
          </a:p>
        </p:txBody>
      </p:sp>
      <p:sp>
        <p:nvSpPr>
          <p:cNvPr id="100012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BLUF — Q2 overall GREE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3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14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Q2 overall GREEN</a:t>
            </a:r>
          </a:p>
        </p:txBody>
      </p:sp>
      <p:sp>
        <p:nvSpPr>
          <p:cNvPr id="100015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Overall: GREEN  ·  Wins: freeze 4/10, day-3 boot 5/15, farm ROI  ·  Carry: IO single-thread  ·  Ask: Q3 B + HC</a:t>
            </a:r>
          </a:p>
        </p:txBody>
      </p:sp>
      <p:sp>
        <p:nvSpPr>
          <p:cNvPr id="100016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Q2 lookback (QBR ~2026-06-26): AON Option B (3/20); RTL freeze 4/10; TO 4/28; day-3 boot 5/15; sample plan on track 6/30.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Miss/partial: USB3 complete (to 6/10) — capacity unplanned ~20%.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Next: endorse Q3 balanced plan + senior DV req (opened 5/22).</a:t>
            </a:r>
          </a:p>
        </p:txBody>
      </p:sp>
      <p:sp>
        <p:nvSpPr>
          <p:cNvPr id="100017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Scorecard vs commit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8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Scorecard vs commits</a:t>
            </a:r>
          </a:p>
        </p:txBody>
      </p:sp>
      <p:sp>
        <p:nvSpPr>
          <p:cNvPr id="100019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AON freeze-ready decision — Hit — B approved 3/20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RTL freeze 4/10 — Hit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Day-5 boot — Hit — day 3 actual (silicon 5/12)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USB3 bring-up done Q2 — Partial — 6/10 forecast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0 attrition — Hit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Unplanned ≤15% — Miss — actual ~20%</a:t>
            </a:r>
          </a:p>
        </p:txBody>
      </p:sp>
      <p:sp>
        <p:nvSpPr>
          <p:cNvPr id="100020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What slipped &amp; why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1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What slipped &amp; why</a:t>
            </a:r>
          </a:p>
        </p:txBody>
      </p:sp>
      <p:sp>
        <p:nvSpPr>
          <p:cNvPr id="100022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Assumption broken: unplanned load would stay ≤15%; board+ECO-22 consumed more.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Mid-Q we chose sample path over USB3 perfection (correct call).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Change Q3: +1 DV; stricter intake; unplanned budget 15% explicit in plan.</a:t>
            </a:r>
          </a:p>
        </p:txBody>
      </p:sp>
      <p:sp>
        <p:nvSpPr>
          <p:cNvPr id="100023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Risks into next period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4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Risks into next period</a:t>
            </a:r>
          </a:p>
        </p:txBody>
      </p:sp>
      <p:sp>
        <p:nvSpPr>
          <p:cNvPr id="100025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1. IO DV single-thread — +1 hire / contractor bridge — Alex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2. Sample customer change requests — intake rule — Alex+PM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3. HelixSim PO timing — procurement 6/05 — Finance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Lookback A: outcomes 62% / invest 18% / unplanned 20%.</a:t>
            </a:r>
          </a:p>
        </p:txBody>
      </p:sp>
      <p:sp>
        <p:nvSpPr>
          <p:cNvPr id="100026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7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28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9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696000"/>
                <a:gridCol w="3696000"/>
                <a:gridCol w="36960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Next priority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Why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Capacity note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P1 Sample SLA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Design-win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Fits A with hire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P2 RevB AON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Tech residual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Investment band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P3 WiFi stretch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Optional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Only if P1 green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30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9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31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32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33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Three takeaways: freeze+boot green; unplanned drove USB3 partial; support Q3 B + DV hire.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Endorse P1/P2; WiFi remains stretch.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Decisions by: this QBR (~6/26) + follow-up 1:1 into Q3 kickoff 7/01.</a:t>
            </a:r>
          </a:p>
        </p:txBody>
      </p:sp>
      <p:sp>
        <p:nvSpPr>
          <p:cNvPr id="100034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2026-08-06T00:06:17Z</dcterms:created>
  <cp:lastModifiedBy>OfficeCLI</cp:lastModifiedBy>
  <dcterms:modified xsi:type="dcterms:W3CDTF">2026-08-06T00:06:17Z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2026-08-06T00:06:19Z</vt:lpwstr>
  </op:property>
</op:Properties>
</file>
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76b2483b8c54cc6" /><Relationship Type="http://schemas.openxmlformats.org/package/2006/relationships/metadata/core-properties" Target="/docProps/core.xml" Id="R4fb8ae6c6eba4726" /><Relationship Type="http://schemas.openxmlformats.org/officeDocument/2006/relationships/extended-properties" Target="/docProps/app.xml" Id="R2677996554f64325" /><Relationship Type="http://schemas.openxmlformats.org/officeDocument/2006/relationships/custom-properties" Target="/docProps/custom.xml" Id="Rd219e7ab76f64ca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429e6d4e9aa450d"/>
  </p:notesMasterIdLst>
  <p:sldIdLst>
    <p:sldId id="256" r:id="R6ee44c0aa9ca4225"/>
    <p:sldId id="257" r:id="Ra0c4340f0d724e19"/>
    <p:sldId id="258" r:id="R87bb0f964c394f9c"/>
    <p:sldId id="259" r:id="Rbe02486132e84393"/>
    <p:sldId id="260" r:id="R35c04edd0dd14a36"/>
    <p:sldId id="261" r:id="Rcf85942cb9e14bdb"/>
    <p:sldId id="262" r:id="R8351c8ba9eb24e2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ee44c0aa9ca4225" /><Relationship Type="http://schemas.openxmlformats.org/officeDocument/2006/relationships/notesMaster" Target="/ppt/notesMasters/notesMaster1.xml" Id="R4429e6d4e9aa450d" /><Relationship Type="http://schemas.openxmlformats.org/officeDocument/2006/relationships/slide" Target="/ppt/slides/slide2.xml" Id="Ra0c4340f0d724e19" /><Relationship Type="http://schemas.openxmlformats.org/officeDocument/2006/relationships/slide" Target="/ppt/slides/slide3.xml" Id="R87bb0f964c394f9c" /><Relationship Type="http://schemas.openxmlformats.org/officeDocument/2006/relationships/slide" Target="/ppt/slides/slide4.xml" Id="Rbe02486132e84393" /><Relationship Type="http://schemas.openxmlformats.org/officeDocument/2006/relationships/slide" Target="/ppt/slides/slide5.xml" Id="R35c04edd0dd14a36" /><Relationship Type="http://schemas.openxmlformats.org/officeDocument/2006/relationships/slide" Target="/ppt/slides/slide6.xml" Id="Rcf85942cb9e14bdb" /><Relationship Type="http://schemas.openxmlformats.org/officeDocument/2006/relationships/slide" Target="/ppt/slides/slide7.xml" Id="R8351c8ba9eb24e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8506e04b950428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c837812db9439f" /><Relationship Type="http://schemas.openxmlformats.org/officeDocument/2006/relationships/slide" Target="/ppt/slides/slide1.xml" Id="R36384c2b3feb4a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0aec66edbfc49e2" /><Relationship Type="http://schemas.openxmlformats.org/officeDocument/2006/relationships/slide" Target="/ppt/slides/slide2.xml" Id="R8516159771f24f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9a6a0e0bf0544bf" /><Relationship Type="http://schemas.openxmlformats.org/officeDocument/2006/relationships/slide" Target="/ppt/slides/slide3.xml" Id="R8061f0938adb4f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6722ab6dfb246f4" /><Relationship Type="http://schemas.openxmlformats.org/officeDocument/2006/relationships/slide" Target="/ppt/slides/slide4.xml" Id="Rf2c3bc1c1ece44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04319adb98a4485" /><Relationship Type="http://schemas.openxmlformats.org/officeDocument/2006/relationships/slide" Target="/ppt/slides/slide5.xml" Id="R2b0fbcd922424b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79dd82fbaf34d11" /><Relationship Type="http://schemas.openxmlformats.org/officeDocument/2006/relationships/slide" Target="/ppt/slides/slide6.xml" Id="R24c3da101520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0638b827e143e7" /><Relationship Type="http://schemas.openxmlformats.org/officeDocument/2006/relationships/slide" Target="/ppt/slides/slide7.xml" Id="R8de9d01c62ae4b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Q2 green overall; carry people risk; ask Q3 plan + HC.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commits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System fix, not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Owned carry-forward.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f1f0e0d31e4e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96051ddae946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8dd701704466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59d88e57e492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016bd83bb4e2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7c233a4464c462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72431d3824aee" /><Relationship Type="http://schemas.openxmlformats.org/officeDocument/2006/relationships/notesSlide" Target="/ppt/notesSlides/notesSlide1.xml" Id="R94e3a5c999594a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77f10c1d14734" /><Relationship Type="http://schemas.openxmlformats.org/officeDocument/2006/relationships/notesSlide" Target="/ppt/notesSlides/notesSlide2.xml" Id="R71e32c3fab594f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1008680264ffe" /><Relationship Type="http://schemas.openxmlformats.org/officeDocument/2006/relationships/notesSlide" Target="/ppt/notesSlides/notesSlide3.xml" Id="Rbda857aa4bd848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52f851fef4be8" /><Relationship Type="http://schemas.openxmlformats.org/officeDocument/2006/relationships/notesSlide" Target="/ppt/notesSlides/notesSlide4.xml" Id="Rf8c6934a686240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0e4fcdf3d45ab" /><Relationship Type="http://schemas.openxmlformats.org/officeDocument/2006/relationships/notesSlide" Target="/ppt/notesSlides/notesSlide5.xml" Id="R6ccc7a1dd32a4a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7b00c2c0646a3" /><Relationship Type="http://schemas.openxmlformats.org/officeDocument/2006/relationships/notesSlide" Target="/ppt/notesSlides/notesSlide6.xml" Id="R8a71bc0ffeb240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432ac9ba74c14" /><Relationship Type="http://schemas.openxmlformats.org/officeDocument/2006/relationships/notesSlide" Target="/ppt/notesSlides/notesSlide7.xml" Id="Rd621bdb219744fc7" /></Relationships>
</file>

<file path=ppt/slides/slide1.xml><?xml version="1.0" encoding="utf-8"?>
<p:sld xmlns:p="http://schemas.openxmlformats.org/presentationml/2006/main">
  <p:cSld name="Atlas Q2 2026 QBR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EXAMPLE  ·  Q2 2026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Q2 2026 QBR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Leadership review — freeze, silicon, farm; people yellow carried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Q2 overall GREE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Q2 overall GREEN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  ·  Wins: freeze path, day-3 boot, farm ROI  ·  Carry: IO single-thread  ·  Ask: endorse Q3 B + HC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Achieved: AON freeze decision B; first silicon day-3 boot; DV farm value case.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Miss/partial: USB3 complete (to 6/10) — capacity unplanned 20%.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endorse Q3 balanced plan + senior DV req.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freeze-ready decision — Hit — B approved 5/16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— Hit — day 3 actual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done Q2 — Partial — 6/10 forecast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0 attrition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≤15% — Miss — actual ~20%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broken: unplanned load would stay ≤15%; board+ECO-22 consumed more.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Mid-Q we chose sample path over USB3 perfection (correct call).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Change Q3: +1 DV; stricter intake; unplanned budget 15% explicit in plan.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IO DV single-thread — +1 hire / contractor bridge —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Sample customer change requests — intake rule — Alex+PM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HelixSim PO timing — procurement 6/05 — Finance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Lookback A: outcomes 62% / invest 18% / unplanned 20%.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Sample SLA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 with 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 RevB AON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Investment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Only if P1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Three takeaways: freeze+boot green; unplanned drove USB3 partial; support Q3 B + DV hire.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P1/P2; WiFi remains stretch.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Decisions by: this QBR + follow-up 1:1 5/20.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2026-08-05T23:17:25Z</dcterms:created>
  <cp:lastModifiedBy>OfficeCLI</cp:lastModifiedBy>
  <dcterms:modified xsi:type="dcterms:W3CDTF">2026-08-05T23:17:25Z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2026-08-05T23:17:27Z</vt:lpwstr>
  </op:property>
</op:Properties>
</file>
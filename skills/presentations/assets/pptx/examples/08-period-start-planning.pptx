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58cb56a40d24d8f" /><Relationship Type="http://schemas.openxmlformats.org/package/2006/relationships/metadata/core-properties" Target="/docProps/core.xml" Id="Re21ae6fa03e04b14" /><Relationship Type="http://schemas.openxmlformats.org/officeDocument/2006/relationships/extended-properties" Target="/docProps/app.xml" Id="Rc04c61ad89514048" /><Relationship Type="http://schemas.openxmlformats.org/officeDocument/2006/relationships/custom-properties" Target="/docProps/custom.xml" Id="R20c6c729da594dc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daae4f630e242fe"/>
  </p:notesMasterIdLst>
  <p:sldIdLst>
    <p:sldId id="256" r:id="R4917de31a9f84148"/>
    <p:sldId id="257" r:id="R621d72945ec74190"/>
    <p:sldId id="258" r:id="R6f50d384089f4d4a"/>
    <p:sldId id="259" r:id="R0b319db3c9d242c9"/>
    <p:sldId id="260" r:id="R531c5841d3ea46ee"/>
    <p:sldId id="261" r:id="R98ba63f5658349c1"/>
    <p:sldId id="262" r:id="R97a5be9e45f54bb8"/>
    <p:sldId id="263" r:id="R2e94774e6992408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917de31a9f84148" /><Relationship Type="http://schemas.openxmlformats.org/officeDocument/2006/relationships/notesMaster" Target="/ppt/notesMasters/notesMaster1.xml" Id="R3daae4f630e242fe" /><Relationship Type="http://schemas.openxmlformats.org/officeDocument/2006/relationships/slide" Target="/ppt/slides/slide2.xml" Id="R621d72945ec74190" /><Relationship Type="http://schemas.openxmlformats.org/officeDocument/2006/relationships/slide" Target="/ppt/slides/slide3.xml" Id="R6f50d384089f4d4a" /><Relationship Type="http://schemas.openxmlformats.org/officeDocument/2006/relationships/slide" Target="/ppt/slides/slide4.xml" Id="R0b319db3c9d242c9" /><Relationship Type="http://schemas.openxmlformats.org/officeDocument/2006/relationships/slide" Target="/ppt/slides/slide5.xml" Id="R531c5841d3ea46ee" /><Relationship Type="http://schemas.openxmlformats.org/officeDocument/2006/relationships/slide" Target="/ppt/slides/slide6.xml" Id="R98ba63f5658349c1" /><Relationship Type="http://schemas.openxmlformats.org/officeDocument/2006/relationships/slide" Target="/ppt/slides/slide7.xml" Id="R97a5be9e45f54bb8" /><Relationship Type="http://schemas.openxmlformats.org/officeDocument/2006/relationships/slide" Target="/ppt/slides/slide8.xml" Id="R2e94774e699240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67a114c7a06429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27ff1e0daac4f38" /><Relationship Type="http://schemas.openxmlformats.org/officeDocument/2006/relationships/slide" Target="/ppt/slides/slide1.xml" Id="Rbd071dbca6be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1633c060fc4838" /><Relationship Type="http://schemas.openxmlformats.org/officeDocument/2006/relationships/slide" Target="/ppt/slides/slide2.xml" Id="Rc551e94390c641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fb6b56a57a45c5" /><Relationship Type="http://schemas.openxmlformats.org/officeDocument/2006/relationships/slide" Target="/ppt/slides/slide3.xml" Id="R3b91404e9dec40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14788b851b5474b" /><Relationship Type="http://schemas.openxmlformats.org/officeDocument/2006/relationships/slide" Target="/ppt/slides/slide4.xml" Id="Redd49262c5b64a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d114317cd434e10" /><Relationship Type="http://schemas.openxmlformats.org/officeDocument/2006/relationships/slide" Target="/ppt/slides/slide5.xml" Id="R73ef74152dfb4d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db7d5cc7bc34042" /><Relationship Type="http://schemas.openxmlformats.org/officeDocument/2006/relationships/slide" Target="/ppt/slides/slide6.xml" Id="R6a7c358e88ae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3c375586c3c4948" /><Relationship Type="http://schemas.openxmlformats.org/officeDocument/2006/relationships/slide" Target="/ppt/slides/slide7.xml" Id="R3029a0f4f0534a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7eba76127b547f8" /><Relationship Type="http://schemas.openxmlformats.org/officeDocument/2006/relationships/slide" Target="/ppt/slides/slide8.xml" Id="R4725420230d64a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Q3 kickoff balanced: sample+revB commit, WiFi stretch.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Recommend=Option B: COMMIT sample SLA + revB AON start + USB3 close; STRETCH WiFi; OUT sensor hub. by 2026-07-01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Clear commit/stretch/out.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OS + gates.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a7ef23aec41a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2a31386ac42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74396766948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91e4deef964ea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a24f4f10c4b8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f5c163bc505471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c15a461b84a9e" /><Relationship Type="http://schemas.openxmlformats.org/officeDocument/2006/relationships/notesSlide" Target="/ppt/notesSlides/notesSlide1.xml" Id="R7eb4e93c4fdf45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2b9fe6f9f4c6a" /><Relationship Type="http://schemas.openxmlformats.org/officeDocument/2006/relationships/notesSlide" Target="/ppt/notesSlides/notesSlide2.xml" Id="R147988d0b6cb40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ecc4f89234202" /><Relationship Type="http://schemas.openxmlformats.org/officeDocument/2006/relationships/notesSlide" Target="/ppt/notesSlides/notesSlide3.xml" Id="R3a0fcf1eefc44a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56c30fda94531" /><Relationship Type="http://schemas.openxmlformats.org/officeDocument/2006/relationships/notesSlide" Target="/ppt/notesSlides/notesSlide4.xml" Id="Rd64caf5cb3d844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d6697cec94e7e" /><Relationship Type="http://schemas.openxmlformats.org/officeDocument/2006/relationships/notesSlide" Target="/ppt/notesSlides/notesSlide5.xml" Id="R01ad65ddd9224c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bd8d8e28c4269" /><Relationship Type="http://schemas.openxmlformats.org/officeDocument/2006/relationships/notesSlide" Target="/ppt/notesSlides/notesSlide6.xml" Id="Rb463c5c8ac5c46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e642ab67f449b" /><Relationship Type="http://schemas.openxmlformats.org/officeDocument/2006/relationships/notesSlide" Target="/ppt/notesSlides/notesSlide7.xml" Id="Re6f5fb92db6543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bc9024fea48e7" /><Relationship Type="http://schemas.openxmlformats.org/officeDocument/2006/relationships/notesSlide" Target="/ppt/notesSlides/notesSlide8.xml" Id="R916f811bf9f5427a" /></Relationships>
</file>

<file path=ppt/slides/slide1.xml><?xml version="1.0" encoding="utf-8"?>
<p:sld xmlns:p="http://schemas.openxmlformats.org/presentationml/2006/main">
  <p:cSld name="Atlas Q3 2026 period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EXAMPLE  ·  Q3 2026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Q3 2026 period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Kickoff after sample path — revB + harden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(endorse Option B period plan)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Atlas team + VP Eng + key deps (PMIC, package, WiFi IP)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Q3 starts 2026-07-01. Samples shipped/plan 6/30. Need shared commit vs stretch vs out so the team does not treat WiFi as silent commit.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Ambiguous commits → over-promise to WiFi partners or under-serve Tier-1 sample SLA.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period plan Option B (balanced) vs A aggressive vs C sample-only.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Option B: COMMIT sample SLA + revB AON start + USB3 close; STRETCH WiFi; OUT sensor hub.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Team executes one scoreboard; stretch only if sample green.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A needs more HC/contractor; C abandons revB residual from 01.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2026-07-01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09 QBR asked for Q3 B; 07 roadmap themes; 06 hire in flight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(feeds next QBR) execute against this commit table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endorse balanced Q3 plan (Option B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balanced Q3 plan (Option B)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sample support + revB AON start  ·  Ask: Endorse Option B on 2026-07-01 kickoff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COMMIT: Tier-1 sample support SLA (samples shipped 6/30); revB AON dual-mux RTL start; USB3 closed.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bring-up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OUT: sensor hub; second customer custom board.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Assumes +1 DV offer accepted by mid-July (req opened ~5/22).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Sample support — critical tickets &lt; 48h response — owner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RevB AON dual mux — RTL ready review 9/15 — owner clock guild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USB3 — exit criteria signed 7/15 — owner Priya (+ new DV)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smoke on FPGA — only if sample green.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Milestones after sample: 7/15 USB3 exit · 8/01 WiFi gate · 9/15 revB RTL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Weekly Atlas ops Mon; steering Thu; yellow risks in BLUF form to Morgan same day.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Intake rule from H2 roadmap remains law.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Sample+revB+WiFi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must + contractor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Sample+revB;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as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Atlas Q3 2026.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Morgan air cover on intake rule.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HC path: keep senior DV req on track (deck 06).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2026-08-05T23:59:42Z</dcterms:created>
  <cp:lastModifiedBy>OfficeCLI</cp:lastModifiedBy>
  <dcterms:modified xsi:type="dcterms:W3CDTF">2026-08-05T23:59:42Z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2026-08-05T23:59:44Z</vt:lpwstr>
  </op:property>
</op:Properties>
</file>
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0843447b05478d" /><Relationship Type="http://schemas.openxmlformats.org/package/2006/relationships/metadata/core-properties" Target="/docProps/core.xml" Id="R3c3ba83847804b84" /><Relationship Type="http://schemas.openxmlformats.org/officeDocument/2006/relationships/extended-properties" Target="/docProps/app.xml" Id="R43f456b144034d1e" /><Relationship Type="http://schemas.openxmlformats.org/officeDocument/2006/relationships/custom-properties" Target="/docProps/custom.xml" Id="Rb232f4687144453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9688aaa7c794e51"/>
  </p:notesMasterIdLst>
  <p:sldIdLst>
    <p:sldId id="256" r:id="R15bf4d511628415d"/>
    <p:sldId id="257" r:id="Re1bf16d5909946be"/>
    <p:sldId id="258" r:id="R4a9bbcb745224eca"/>
    <p:sldId id="259" r:id="R7c9ff4c1069c44a0"/>
    <p:sldId id="260" r:id="Rf8a51dc9f18e4d38"/>
    <p:sldId id="261" r:id="R50f392a87920424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5bf4d511628415d" /><Relationship Type="http://schemas.openxmlformats.org/officeDocument/2006/relationships/notesMaster" Target="/ppt/notesMasters/notesMaster1.xml" Id="R09688aaa7c794e51" /><Relationship Type="http://schemas.openxmlformats.org/officeDocument/2006/relationships/slide" Target="/ppt/slides/slide2.xml" Id="Re1bf16d5909946be" /><Relationship Type="http://schemas.openxmlformats.org/officeDocument/2006/relationships/slide" Target="/ppt/slides/slide3.xml" Id="R4a9bbcb745224eca" /><Relationship Type="http://schemas.openxmlformats.org/officeDocument/2006/relationships/slide" Target="/ppt/slides/slide4.xml" Id="R7c9ff4c1069c44a0" /><Relationship Type="http://schemas.openxmlformats.org/officeDocument/2006/relationships/slide" Target="/ppt/slides/slide5.xml" Id="Rf8a51dc9f18e4d38" /><Relationship Type="http://schemas.openxmlformats.org/officeDocument/2006/relationships/slide" Target="/ppt/slides/slide6.xml" Id="R50f392a87920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928b1706500437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a06d325366643ed" /><Relationship Type="http://schemas.openxmlformats.org/officeDocument/2006/relationships/slide" Target="/ppt/slides/slide1.xml" Id="Rc1d6f301e1374f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f4d9c984834c20" /><Relationship Type="http://schemas.openxmlformats.org/officeDocument/2006/relationships/slide" Target="/ppt/slides/slide2.xml" Id="R79148fea8a6d4c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b9c16ebd0864a1d" /><Relationship Type="http://schemas.openxmlformats.org/officeDocument/2006/relationships/slide" Target="/ppt/slides/slide3.xml" Id="R25e741e395524d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15d51a119154a73" /><Relationship Type="http://schemas.openxmlformats.org/officeDocument/2006/relationships/slide" Target="/ppt/slides/slide4.xml" Id="R84a12583087441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e86295a454d47a0" /><Relationship Type="http://schemas.openxmlformats.org/officeDocument/2006/relationships/slide" Target="/ppt/slides/slide5.xml" Id="Ra2cb7980253143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c75ae2ed5374525" /><Relationship Type="http://schemas.openxmlformats.org/officeDocument/2006/relationships/slide" Target="/ppt/slides/slide6.xml" Id="R7f9351f433b34d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(example). Q3 kickoff balanced: sample+revB commit, WiFi stretch.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Balanced commit with stretch labeled.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Clear commit/stretch/out.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OS + gates.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Balanced commit with stretch labeled.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23d20d18a4c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e6117b38747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0178476a74e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8d5368bad4e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c4f6b67904de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07d158ef37346d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1b3b9b44b4888" /><Relationship Type="http://schemas.openxmlformats.org/officeDocument/2006/relationships/notesSlide" Target="/ppt/notesSlides/notesSlide1.xml" Id="R0baa17ad873d4b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029bb2a964f72" /><Relationship Type="http://schemas.openxmlformats.org/officeDocument/2006/relationships/notesSlide" Target="/ppt/notesSlides/notesSlide2.xml" Id="R5688c06a89834d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21757c48c4b32" /><Relationship Type="http://schemas.openxmlformats.org/officeDocument/2006/relationships/notesSlide" Target="/ppt/notesSlides/notesSlide3.xml" Id="R28c97aed65d040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3d0dfec37427a" /><Relationship Type="http://schemas.openxmlformats.org/officeDocument/2006/relationships/notesSlide" Target="/ppt/notesSlides/notesSlide4.xml" Id="R1990a801b50741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a8335a9a649a0" /><Relationship Type="http://schemas.openxmlformats.org/officeDocument/2006/relationships/notesSlide" Target="/ppt/notesSlides/notesSlide5.xml" Id="Re357ed3988ca43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f97b7699e465c" /><Relationship Type="http://schemas.openxmlformats.org/officeDocument/2006/relationships/notesSlide" Target="/ppt/notesSlides/notesSlide6.xml" Id="R756e33a493c84058" /></Relationships>
</file>

<file path=ppt/slides/slide1.xml><?xml version="1.0" encoding="utf-8"?>
<p:sld xmlns:p="http://schemas.openxmlformats.org/presentationml/2006/main">
  <p:cSld name="Atlas Q3 2026 period commit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1008000"/>
            <a:ext cx="1108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08  ·  EXAMPLE  ·  Q3 2026 KICKOFF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440000"/>
            <a:ext cx="11088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Atlas Q3 2026 period commit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520000"/>
            <a:ext cx="11088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CADCFC"/>
                </a:solidFill>
                <a:latin typeface="Calibri"/>
                <a:ea typeface="Calibri"/>
              </a:rPr>
              <a:t>Kickoff after sample path — revB + harden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EXAMPLE  ·  Atlas Platform  ·  Project Aurora  ·  NovaSemi  ·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endorse balanced Q3 plan (Option B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endorse balanced Q3 plan (Option B)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Period goal: sample support + revB AON start  ·  Ask: Endorse Option B on 2026-07-01 kickoff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COMMIT: Tier-1 sample support SLA (samples shipped 6/30); revB AON dual-mux RTL start; USB3 closed.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STRETCH: WiFi IP bring-up spike.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OUT: sensor hub; second customer custom board.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Assumes +1 DV offer accepted by mid-July (req opened ~5/22).</a:t>
            </a:r>
          </a:p>
        </p:txBody>
      </p:sp>
      <p:sp>
        <p:nvSpPr>
          <p:cNvPr id="100008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Outcomes &amp; success metric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Outcomes &amp; success metrics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1. Sample support — critical tickets &lt; 48h response — owner Alex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2. RevB AON dual mux — RTL ready review 9/15 — owner clock guild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3. USB3 — exit criteria signed 7/15 — owner Priya (+ new DV)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Stretch: WiFi IP smoke on FPGA — only if sample green.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Milestones &amp; working agreemen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2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Milestones &amp; working agreements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Milestones after sample: 7/15 USB3 exit · 8/01 WiFi gate · 9/15 revB RTL review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Weekly Atlas ops Mon; steering Thu; yellow risks in BLUF form to Morgan same day.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Intake rule from H2 roadmap remains law.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17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2000"/>
                <a:gridCol w="2772000"/>
                <a:gridCol w="2772000"/>
                <a:gridCol w="2772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Plan 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Resource need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 Aggressive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Sample+revB+WiFi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+1 must + contractor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B Balanced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Sample+revB; WiFi stretch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+1 as 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 Conservative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Sample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Current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18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1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Endorse Option B for Atlas Q3 2026.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Confirm Morgan air cover on intake rule.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HC path: keep senior DV req on track (deck 06).</a:t>
            </a:r>
          </a:p>
        </p:txBody>
      </p:sp>
      <p:sp>
        <p:nvSpPr>
          <p:cNvPr id="100022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2026-08-05T23:31:12Z</dcterms:created>
  <cp:lastModifiedBy>OfficeCLI</cp:lastModifiedBy>
  <dcterms:modified xsi:type="dcterms:W3CDTF">2026-08-05T23:31:12Z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2026-08-05T23:31:13Z</vt:lpwstr>
  </op:property>
</op:Properties>
</file>
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e6c6b2cde024927" /><Relationship Type="http://schemas.openxmlformats.org/package/2006/relationships/metadata/core-properties" Target="/docProps/core.xml" Id="Rf662e3fac5ac423f" /><Relationship Type="http://schemas.openxmlformats.org/officeDocument/2006/relationships/extended-properties" Target="/docProps/app.xml" Id="Ra45f4fbdea8945ac" /><Relationship Type="http://schemas.openxmlformats.org/officeDocument/2006/relationships/custom-properties" Target="/docProps/custom.xml" Id="Rd881f7543d2640a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c97b2ca20bf4ef1"/>
  </p:notesMasterIdLst>
  <p:sldIdLst>
    <p:sldId id="256" r:id="R74f09166174d483f"/>
    <p:sldId id="257" r:id="R484a03019fa14f07"/>
    <p:sldId id="258" r:id="R3a3f79cac4264c2a"/>
    <p:sldId id="259" r:id="R4aa2bcc647b34333"/>
    <p:sldId id="260" r:id="Rf3ddc60a21f94549"/>
    <p:sldId id="261" r:id="R73a5324ec3874402"/>
    <p:sldId id="262" r:id="Redf73ad7ba7d4a09"/>
    <p:sldId id="263" r:id="R82d98d1f555242a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4f09166174d483f" /><Relationship Type="http://schemas.openxmlformats.org/officeDocument/2006/relationships/notesMaster" Target="/ppt/notesMasters/notesMaster1.xml" Id="Rcc97b2ca20bf4ef1" /><Relationship Type="http://schemas.openxmlformats.org/officeDocument/2006/relationships/slide" Target="/ppt/slides/slide2.xml" Id="R484a03019fa14f07" /><Relationship Type="http://schemas.openxmlformats.org/officeDocument/2006/relationships/slide" Target="/ppt/slides/slide3.xml" Id="R3a3f79cac4264c2a" /><Relationship Type="http://schemas.openxmlformats.org/officeDocument/2006/relationships/slide" Target="/ppt/slides/slide4.xml" Id="R4aa2bcc647b34333" /><Relationship Type="http://schemas.openxmlformats.org/officeDocument/2006/relationships/slide" Target="/ppt/slides/slide5.xml" Id="Rf3ddc60a21f94549" /><Relationship Type="http://schemas.openxmlformats.org/officeDocument/2006/relationships/slide" Target="/ppt/slides/slide6.xml" Id="R73a5324ec3874402" /><Relationship Type="http://schemas.openxmlformats.org/officeDocument/2006/relationships/slide" Target="/ppt/slides/slide7.xml" Id="Redf73ad7ba7d4a09" /><Relationship Type="http://schemas.openxmlformats.org/officeDocument/2006/relationships/slide" Target="/ppt/slides/slide8.xml" Id="R82d98d1f555242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3b2e62c0fca4f1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9db6a578ffa4069" /><Relationship Type="http://schemas.openxmlformats.org/officeDocument/2006/relationships/slide" Target="/ppt/slides/slide1.xml" Id="Rc0795cb3ac4d40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cda726bb15c49f2" /><Relationship Type="http://schemas.openxmlformats.org/officeDocument/2006/relationships/slide" Target="/ppt/slides/slide2.xml" Id="Ref8182e753e540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b73c1867c414b98" /><Relationship Type="http://schemas.openxmlformats.org/officeDocument/2006/relationships/slide" Target="/ppt/slides/slide3.xml" Id="Rb233412db0fc4c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8034ecfe15f4920" /><Relationship Type="http://schemas.openxmlformats.org/officeDocument/2006/relationships/slide" Target="/ppt/slides/slide4.xml" Id="Ra01c9c31076044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c70f351df347b6" /><Relationship Type="http://schemas.openxmlformats.org/officeDocument/2006/relationships/slide" Target="/ppt/slides/slide5.xml" Id="Rae7d38e5f0d249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115b36c15b24394" /><Relationship Type="http://schemas.openxmlformats.org/officeDocument/2006/relationships/slide" Target="/ppt/slides/slide6.xml" Id="R0652adb7843440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f463f86bf943c8" /><Relationship Type="http://schemas.openxmlformats.org/officeDocument/2006/relationships/slide" Target="/ppt/slides/slide7.xml" Id="R98dd86cfe3d542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509b04dc1a54db5" /><Relationship Type="http://schemas.openxmlformats.org/officeDocument/2006/relationships/slide" Target="/ppt/slides/slide8.xml" Id="Rff40274ed90642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Q3 kickoff balanced: sample+revB commit, WiFi stretch.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Commit / stretch / out period kickoff</a:t>
            </a:r>
          </a:p>
          <a:p xmlns:a="http://schemas.openxmlformats.org/drawingml/2006/main">
            <a:r>
              <a:rPr lang="en-US"/>
              <a:t>EM Tools — Roadmap / planning kickoff norms: https://www.em-tools.io/engineering-manager-responsibilities/roadmap-planning</a:t>
            </a:r>
          </a:p>
          <a:p xmlns:a="http://schemas.openxmlformats.org/drawingml/2006/main">
            <a:r>
              <a:rPr lang="en-US"/>
              <a:t>BLUF executive framing: https://www.getorvo.com/learn/executive-communication-strategy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Recommend=Option B: COMMIT sample SLA + revB AON start + USB3 close; STRETCH WiFi; OUT sensor hub. by 2026-07-01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Clear commit/stretch/out.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OS + gates.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Balanced commit with stretch labeled.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d6c5c51cc442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38391458e644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96ba7f583c429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fd38ca94dc40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301a48701451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7116c4d15cd477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861d32a014217" /><Relationship Type="http://schemas.openxmlformats.org/officeDocument/2006/relationships/notesSlide" Target="/ppt/notesSlides/notesSlide1.xml" Id="R52a2e6dbd0dc47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76407e61b44cc" /><Relationship Type="http://schemas.openxmlformats.org/officeDocument/2006/relationships/notesSlide" Target="/ppt/notesSlides/notesSlide2.xml" Id="R18e8917be24c45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7f244cfaf45e9" /><Relationship Type="http://schemas.openxmlformats.org/officeDocument/2006/relationships/notesSlide" Target="/ppt/notesSlides/notesSlide3.xml" Id="R61e663beb1614f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bd407999e413d" /><Relationship Type="http://schemas.openxmlformats.org/officeDocument/2006/relationships/notesSlide" Target="/ppt/notesSlides/notesSlide4.xml" Id="R1044034402c34e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c568aede949ae" /><Relationship Type="http://schemas.openxmlformats.org/officeDocument/2006/relationships/notesSlide" Target="/ppt/notesSlides/notesSlide5.xml" Id="R0d7762c1d6ad47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2a9c559554696" /><Relationship Type="http://schemas.openxmlformats.org/officeDocument/2006/relationships/notesSlide" Target="/ppt/notesSlides/notesSlide6.xml" Id="R391c1a657da246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ca7f69de14075" /><Relationship Type="http://schemas.openxmlformats.org/officeDocument/2006/relationships/notesSlide" Target="/ppt/notesSlides/notesSlide7.xml" Id="Rf203dc10f2b449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57834b75b4898" /><Relationship Type="http://schemas.openxmlformats.org/officeDocument/2006/relationships/notesSlide" Target="/ppt/notesSlides/notesSlide8.xml" Id="Rda3e7bb752db41d0" /></Relationships>
</file>

<file path=ppt/slides/slide1.xml><?xml version="1.0" encoding="utf-8"?>
<p:sld xmlns:p="http://schemas.openxmlformats.org/presentationml/2006/main">
  <p:cSld name="Atlas Q3 2026 period commi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08  ·  EXAMPLE  ·  Q3 2026 KICKOFF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Q3 2026 period commit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Kickoff after sample path — revB + harden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Commit / stretch / out period kickoff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Commit / stretch / out period kickoff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/ planning kickoff norms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BLUF executive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https://www.getorvo.com/learn/executive-communication-strategy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(endorse Option B period plan)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Atlas team + VP Eng + key deps (PMIC, package, WiFi IP)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Q3 starts 2026-07-01. Samples shipped/plan 6/30. Need shared commit vs stretch vs out so the team does not treat WiFi as silent commit.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Ambiguous commits → over-promise to WiFi partners or under-serve Tier-1 sample SLA.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period plan Option B (balanced) vs A aggressive vs C sample-only.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Option B: COMMIT sample SLA + revB AON start + USB3 close; STRETCH WiFi; OUT sensor hub.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Team executes one scoreboard; stretch only if sample green.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A needs more HC/contractor; C abandons revB residual from 01.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2026-07-01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09 QBR asked for Q3 B; 07 roadmap themes; 06 hire in flight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(feeds next QBR) execute against this commit table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endorse balanced Q3 plan (Option B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balanced Q3 plan (Option B)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Period goal: sample support + revB AON start  ·  Ask: Endorse Option B on 2026-07-01 kickoff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COMMIT: Tier-1 sample support SLA (samples shipped 6/30); revB AON dual-mux RTL start; USB3 closed.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bring-up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OUT: sensor hub; second customer custom board.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Assumes +1 DV offer accepted by mid-July (req opened ~5/22).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&amp; success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&amp; success metrics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Sample support — critical tickets &lt; 48h response — owner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RevB AON dual mux — RTL ready review 9/15 — owner clock guild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USB3 — exit criteria signed 7/15 — owner Priya (+ new DV)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Stretch: WiFi IP smoke on FPGA — only if sample green.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Milestones &amp; working agreeme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Milestones &amp; working agreements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Milestones after sample: 7/15 USB3 exit · 8/01 WiFi gate · 9/15 revB RTL review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Weekly Atlas ops Mon; steering Thu; yellow risks in BLUF form to Morgan same day.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Intake rule from H2 roadmap remains law.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Plan 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Resource need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Aggressive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Sample+revB+WiFi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must + contractor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Balanced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Sample+revB;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as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Conservative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Option B for Atlas Q3 2026.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Morgan air cover on intake rule.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HC path: keep senior DV req on track (deck 06).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2026-08-05T23:47:05Z</dcterms:created>
  <cp:lastModifiedBy>OfficeCLI</cp:lastModifiedBy>
  <dcterms:modified xsi:type="dcterms:W3CDTF">2026-08-05T23:47:05Z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2026-08-05T23:47:07Z</vt:lpwstr>
  </op:property>
</op:Properties>
</file>
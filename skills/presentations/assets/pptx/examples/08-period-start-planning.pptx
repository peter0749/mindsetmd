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586b4b3a7de4c10" /><Relationship Type="http://schemas.openxmlformats.org/package/2006/relationships/metadata/core-properties" Target="/docProps/core.xml" Id="Rd188464e8f9743d4" /><Relationship Type="http://schemas.openxmlformats.org/officeDocument/2006/relationships/extended-properties" Target="/docProps/app.xml" Id="R057705eaec6440ae" /><Relationship Type="http://schemas.openxmlformats.org/officeDocument/2006/relationships/custom-properties" Target="/docProps/custom.xml" Id="R48d6dd485cf4423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9c3a82937ebf4f23"/>
  </p:notesMasterIdLst>
  <p:sldIdLst>
    <p:sldId id="256" r:id="R9851a1b6a4164ec4"/>
    <p:sldId id="257" r:id="R53c443695e754207"/>
    <p:sldId id="258" r:id="R82d182de939f430b"/>
    <p:sldId id="259" r:id="Rd464be214cbe4242"/>
    <p:sldId id="260" r:id="R3de32d78de424c1c"/>
    <p:sldId id="261" r:id="R5fed7613dad04a1a"/>
    <p:sldId id="262" r:id="R99894374e2fb454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851a1b6a4164ec4" /><Relationship Type="http://schemas.openxmlformats.org/officeDocument/2006/relationships/notesMaster" Target="/ppt/notesMasters/notesMaster1.xml" Id="R9c3a82937ebf4f23" /><Relationship Type="http://schemas.openxmlformats.org/officeDocument/2006/relationships/slide" Target="/ppt/slides/slide2.xml" Id="R53c443695e754207" /><Relationship Type="http://schemas.openxmlformats.org/officeDocument/2006/relationships/slide" Target="/ppt/slides/slide3.xml" Id="R82d182de939f430b" /><Relationship Type="http://schemas.openxmlformats.org/officeDocument/2006/relationships/slide" Target="/ppt/slides/slide4.xml" Id="Rd464be214cbe4242" /><Relationship Type="http://schemas.openxmlformats.org/officeDocument/2006/relationships/slide" Target="/ppt/slides/slide5.xml" Id="R3de32d78de424c1c" /><Relationship Type="http://schemas.openxmlformats.org/officeDocument/2006/relationships/slide" Target="/ppt/slides/slide6.xml" Id="R5fed7613dad04a1a" /><Relationship Type="http://schemas.openxmlformats.org/officeDocument/2006/relationships/slide" Target="/ppt/slides/slide7.xml" Id="R99894374e2fb45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92d681923e1404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44310da9fc54580" /><Relationship Type="http://schemas.openxmlformats.org/officeDocument/2006/relationships/slide" Target="/ppt/slides/slide1.xml" Id="R0536112aff744c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ea6717c6b0a4222" /><Relationship Type="http://schemas.openxmlformats.org/officeDocument/2006/relationships/slide" Target="/ppt/slides/slide2.xml" Id="R0801cbb0194443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55bf75ad9bc475a" /><Relationship Type="http://schemas.openxmlformats.org/officeDocument/2006/relationships/slide" Target="/ppt/slides/slide3.xml" Id="Red29d0740a274f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9c10bae33da400a" /><Relationship Type="http://schemas.openxmlformats.org/officeDocument/2006/relationships/slide" Target="/ppt/slides/slide4.xml" Id="R35ead07d38334a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ea501276c19401a" /><Relationship Type="http://schemas.openxmlformats.org/officeDocument/2006/relationships/slide" Target="/ppt/slides/slide5.xml" Id="R8f1c18ac34da4f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46df0cba8fe47f1" /><Relationship Type="http://schemas.openxmlformats.org/officeDocument/2006/relationships/slide" Target="/ppt/slides/slide6.xml" Id="R4462b579781f48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2b3b1b9ea7849e1" /><Relationship Type="http://schemas.openxmlformats.org/officeDocument/2006/relationships/slide" Target="/ppt/slides/slide7.xml" Id="R4fbc02729bcf42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Q3 kickoff balanced: sample+revB commit, WiFi stretch.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Clear commit/stretch/out.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OS + gates.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31fad49b1647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f59f34863b4a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9b7f0f1c74a4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3b91963e145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ebdb38a0b14e2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544baaf11ab401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0c6b936764e43" /><Relationship Type="http://schemas.openxmlformats.org/officeDocument/2006/relationships/notesSlide" Target="/ppt/notesSlides/notesSlide1.xml" Id="R2af7fe8769784d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b963a9fac44ee" /><Relationship Type="http://schemas.openxmlformats.org/officeDocument/2006/relationships/notesSlide" Target="/ppt/notesSlides/notesSlide2.xml" Id="R48bdb05bb9f048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f393ef34a4c50" /><Relationship Type="http://schemas.openxmlformats.org/officeDocument/2006/relationships/notesSlide" Target="/ppt/notesSlides/notesSlide3.xml" Id="R6a1743accadb48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b4d9fbd974b10" /><Relationship Type="http://schemas.openxmlformats.org/officeDocument/2006/relationships/notesSlide" Target="/ppt/notesSlides/notesSlide4.xml" Id="R162692286dca48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f3e5b018e4b85" /><Relationship Type="http://schemas.openxmlformats.org/officeDocument/2006/relationships/notesSlide" Target="/ppt/notesSlides/notesSlide5.xml" Id="R5f40bd9b5cca4a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266a558a84de6" /><Relationship Type="http://schemas.openxmlformats.org/officeDocument/2006/relationships/notesSlide" Target="/ppt/notesSlides/notesSlide6.xml" Id="R213d3b61a7a144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d609790424f0b" /><Relationship Type="http://schemas.openxmlformats.org/officeDocument/2006/relationships/notesSlide" Target="/ppt/notesSlides/notesSlide7.xml" Id="R88cc28900ce24ce8" /></Relationships>
</file>

<file path=ppt/slides/slide1.xml><?xml version="1.0" encoding="utf-8"?>
<p:sld xmlns:p="http://schemas.openxmlformats.org/presentationml/2006/main">
  <p:cSld name="Atlas Q3 2026 period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EXAMPLE  ·  Q3 2026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Q3 2026 period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Kickoff after sample path — revB + harden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Commit / stretch / out period kickoff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Commit / stretch / out period kickoff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/ planning kickoff norms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BLUF executive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https://www.getorvo.com/learn/executive-communication-strategy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endorse balanced Q3 plan (Option B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balanced Q3 plan (Option B)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sample support + revB AON start  ·  Ask: Endorse Option B on 2026-07-01 kickoff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COMMIT: Tier-1 sample support SLA (samples shipped 6/30); revB AON dual-mux RTL start; USB3 closed.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bring-up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OUT: sensor hub; second customer custom board.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Assumes +1 DV offer accepted by mid-July (req opened ~5/22).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Sample support — critical tickets &lt; 48h response — owner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RevB AON dual mux — RTL ready review 9/15 — owner clock guild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USB3 — exit criteria signed 7/15 — owner Priya (+ new DV)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smoke on FPGA — only if sample green.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Milestones after sample: 7/15 USB3 exit · 8/01 WiFi gate · 9/15 revB RTL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Weekly Atlas ops Mon; steering Thu; yellow risks in BLUF form to Morgan same day.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Intake rule from H2 roadmap remains law.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Sample+revB+WiFi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must + contractor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Sample+revB;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as 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Atlas Q3 2026.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Morgan air cover on intake rule.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HC path: keep senior DV req on track (deck 06).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2026-08-05T23:41:50Z</dcterms:created>
  <cp:lastModifiedBy>OfficeCLI</cp:lastModifiedBy>
  <dcterms:modified xsi:type="dcterms:W3CDTF">2026-08-05T23:41:50Z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2026-08-05T23:41:51Z</vt:lpwstr>
  </op:property>
</op:Properties>
</file>
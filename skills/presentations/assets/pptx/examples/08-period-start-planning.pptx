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03fe9cb1d8542bb" /><Relationship Type="http://schemas.openxmlformats.org/package/2006/relationships/metadata/core-properties" Target="/docProps/core.xml" Id="R0640418f87844aa6" /><Relationship Type="http://schemas.openxmlformats.org/officeDocument/2006/relationships/extended-properties" Target="/docProps/app.xml" Id="Re0c9317eb26c4dc5" /><Relationship Type="http://schemas.openxmlformats.org/officeDocument/2006/relationships/custom-properties" Target="/docProps/custom.xml" Id="R991223026385460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7c6308e313a4288"/>
  </p:notesMasterIdLst>
  <p:sldIdLst>
    <p:sldId id="256" r:id="Rd85ea0e297574b44"/>
    <p:sldId id="257" r:id="R792f347c83eb40c4"/>
    <p:sldId id="258" r:id="R9bbe241274d2425a"/>
    <p:sldId id="259" r:id="Reb54b09af7fb4650"/>
    <p:sldId id="260" r:id="R1342b124c6494f55"/>
    <p:sldId id="261" r:id="R333e543b6e724d50"/>
    <p:sldId id="262" r:id="R09243d71bd68490a"/>
    <p:sldId id="263" r:id="Rdcce9aecd4b04a7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85ea0e297574b44" /><Relationship Type="http://schemas.openxmlformats.org/officeDocument/2006/relationships/notesMaster" Target="/ppt/notesMasters/notesMaster1.xml" Id="Re7c6308e313a4288" /><Relationship Type="http://schemas.openxmlformats.org/officeDocument/2006/relationships/slide" Target="/ppt/slides/slide2.xml" Id="R792f347c83eb40c4" /><Relationship Type="http://schemas.openxmlformats.org/officeDocument/2006/relationships/slide" Target="/ppt/slides/slide3.xml" Id="R9bbe241274d2425a" /><Relationship Type="http://schemas.openxmlformats.org/officeDocument/2006/relationships/slide" Target="/ppt/slides/slide4.xml" Id="Reb54b09af7fb4650" /><Relationship Type="http://schemas.openxmlformats.org/officeDocument/2006/relationships/slide" Target="/ppt/slides/slide5.xml" Id="R1342b124c6494f55" /><Relationship Type="http://schemas.openxmlformats.org/officeDocument/2006/relationships/slide" Target="/ppt/slides/slide6.xml" Id="R333e543b6e724d50" /><Relationship Type="http://schemas.openxmlformats.org/officeDocument/2006/relationships/slide" Target="/ppt/slides/slide7.xml" Id="R09243d71bd68490a" /><Relationship Type="http://schemas.openxmlformats.org/officeDocument/2006/relationships/slide" Target="/ppt/slides/slide8.xml" Id="Rdcce9aecd4b04a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8651b2da5ab47dd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0c913c768e64ea9" /><Relationship Type="http://schemas.openxmlformats.org/officeDocument/2006/relationships/slide" Target="/ppt/slides/slide1.xml" Id="R1d086b1aadf24f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5968a6377444ba9" /><Relationship Type="http://schemas.openxmlformats.org/officeDocument/2006/relationships/slide" Target="/ppt/slides/slide2.xml" Id="Re2912df9fd9f49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c562be8a4894b46" /><Relationship Type="http://schemas.openxmlformats.org/officeDocument/2006/relationships/slide" Target="/ppt/slides/slide3.xml" Id="Rbb88f59bb8934d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481a8a3dfaa42c3" /><Relationship Type="http://schemas.openxmlformats.org/officeDocument/2006/relationships/slide" Target="/ppt/slides/slide4.xml" Id="Ra64cc45dfbb041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a49b686dd534987" /><Relationship Type="http://schemas.openxmlformats.org/officeDocument/2006/relationships/slide" Target="/ppt/slides/slide5.xml" Id="R8f7d9e38a45640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af7c3d98df9484f" /><Relationship Type="http://schemas.openxmlformats.org/officeDocument/2006/relationships/slide" Target="/ppt/slides/slide6.xml" Id="R2cda130f711442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b9e326268dc4af3" /><Relationship Type="http://schemas.openxmlformats.org/officeDocument/2006/relationships/slide" Target="/ppt/slides/slide7.xml" Id="R8bfd7b5c704a47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d1b32be99ef4fbb" /><Relationship Type="http://schemas.openxmlformats.org/officeDocument/2006/relationships/slide" Target="/ppt/slides/slide8.xml" Id="Rc0056746ec2849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Q3 kickoff balanced: sample+revB commit, WiFi stretch.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Recommend=Option B: COMMIT sample SLA + revB AON start + USB3 close; STRETCH WiFi; OUT sensor hub. by 2026-07-01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Clear commit/stretch/out.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OS + gates.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a9f4695704c5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f810cf123467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dfd610439545d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c9e3fee96a43c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e924a8d571445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068af732739442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7ea82d7d44242" /><Relationship Type="http://schemas.openxmlformats.org/officeDocument/2006/relationships/notesSlide" Target="/ppt/notesSlides/notesSlide1.xml" Id="R19a19b35745247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ef1d5b4e764b1f" /><Relationship Type="http://schemas.openxmlformats.org/officeDocument/2006/relationships/notesSlide" Target="/ppt/notesSlides/notesSlide2.xml" Id="Rb0df8818cb0644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ebff631f147ad" /><Relationship Type="http://schemas.openxmlformats.org/officeDocument/2006/relationships/notesSlide" Target="/ppt/notesSlides/notesSlide3.xml" Id="Rd7d07f9785224a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f8522c1ca147cd" /><Relationship Type="http://schemas.openxmlformats.org/officeDocument/2006/relationships/notesSlide" Target="/ppt/notesSlides/notesSlide4.xml" Id="R9f100b6ecad64b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933ac2e4044c5" /><Relationship Type="http://schemas.openxmlformats.org/officeDocument/2006/relationships/notesSlide" Target="/ppt/notesSlides/notesSlide5.xml" Id="R78d370cdef7f41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848274c314667" /><Relationship Type="http://schemas.openxmlformats.org/officeDocument/2006/relationships/notesSlide" Target="/ppt/notesSlides/notesSlide6.xml" Id="Rf532ef4cfce343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6a2ec738e4921" /><Relationship Type="http://schemas.openxmlformats.org/officeDocument/2006/relationships/notesSlide" Target="/ppt/notesSlides/notesSlide7.xml" Id="Rdb0b2bc4a8a84d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b8a767dab4d16" /><Relationship Type="http://schemas.openxmlformats.org/officeDocument/2006/relationships/notesSlide" Target="/ppt/notesSlides/notesSlide8.xml" Id="R7e8d77205fb64f3d" /></Relationships>
</file>

<file path=ppt/slides/slide1.xml><?xml version="1.0" encoding="utf-8"?>
<p:sld xmlns:p="http://schemas.openxmlformats.org/presentationml/2006/main">
  <p:cSld name="Atlas Q3 2026 period commi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08  ·  EXAMPLE  ·  Q3 2026 KICKOFF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Q3 2026 period commit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Kickoff after sample path — revB + harden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Commit / stretch / out period kickoff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Commit / stretch / out period kickoff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/ planning kickoff norms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BLUF executive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https://www.getorvo.com/learn/executive-communication-strategy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kickoff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(endorse Option B period plan)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Atlas team + VP Eng + key deps (PMIC, package, WiFi IP)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Q3 starts 2026-07-01. Samples shipped/plan 6/30. Need shared commit vs stretch vs out so the team does not treat WiFi as silent commit.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Ambiguous commits → over-promise to WiFi partners or under-serve Tier-1 sample SLA.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period plan Option B (balanced) vs A aggressive vs C sample-only.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Option B: COMMIT sample SLA + revB AON start + USB3 close; STRETCH WiFi; OUT sensor hub.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Team executes one scoreboard; stretch only if sample green.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A needs more HC/contractor; C abandons revB residual from 01.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2026-07-01 kickoff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09 QBR asked for Q3 B; 07 roadmap themes; 06 hire in flight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(feeds next QBR) execute against this commit table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endorse balanced Q3 plan (Option B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balanced Q3 plan (Option B)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Period goal: sample support + revB AON start  ·  Ask: Endorse Option B on 2026-07-01 kickoff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COMMIT: Tier-1 sample support SLA (samples shipped 6/30); revB AON dual-mux RTL start; USB3 closed.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bring-up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OUT: sensor hub; second customer custom board.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Assumes +1 DV offer accepted by mid-July (req opened ~5/22).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utcomes &amp; success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&amp; success metrics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Sample support — critical tickets &lt; 48h response — owner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RevB AON dual mux — RTL ready review 9/15 — owner clock guild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USB3 — exit criteria signed 7/15 — owner Priya (+ new DV)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smoke on FPGA — only if sample green.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Milestones &amp; working agreeme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Milestones &amp; working agreements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Milestones after sample: 7/15 USB3 exit · 8/01 WiFi gate · 9/15 revB RTL review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Weekly Atlas ops Mon; steering Thu; yellow risks in BLUF form to Morgan same day.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Intake rule from H2 roadmap remains law.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6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Plan 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Resource need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Aggressive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Sample+revB+WiFi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must + contractor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Balanced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Sample+revB;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as 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Conservative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8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9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Option B for Atlas Q3 2026.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Morgan air cover on intake rule.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HC path: keep senior DV req on track (deck 06).</a:t>
            </a:r>
          </a:p>
        </p:txBody>
      </p:sp>
      <p:sp>
        <p:nvSpPr>
          <p:cNvPr id="100031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2026-08-06T00:06:12Z</dcterms:created>
  <cp:lastModifiedBy>OfficeCLI</cp:lastModifiedBy>
  <dcterms:modified xsi:type="dcterms:W3CDTF">2026-08-06T00:06:12Z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2026-08-06T00:06:13Z</vt:lpwstr>
  </op:property>
</op:Properties>
</file>
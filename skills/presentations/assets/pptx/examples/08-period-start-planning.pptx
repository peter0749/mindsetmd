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2a6fb2f41bd465d" /><Relationship Type="http://schemas.openxmlformats.org/package/2006/relationships/metadata/core-properties" Target="/docProps/core.xml" Id="R093fab7b67044ca4" /><Relationship Type="http://schemas.openxmlformats.org/officeDocument/2006/relationships/extended-properties" Target="/docProps/app.xml" Id="R70805ba2b16a48ba" /><Relationship Type="http://schemas.openxmlformats.org/officeDocument/2006/relationships/custom-properties" Target="/docProps/custom.xml" Id="R9db93e4c9e2540b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4c6ad2847994973"/>
  </p:notesMasterIdLst>
  <p:sldIdLst>
    <p:sldId id="256" r:id="Rb1b87c6e185944b7"/>
    <p:sldId id="257" r:id="R7a74869cb75344da"/>
    <p:sldId id="258" r:id="R08996627539c494f"/>
    <p:sldId id="259" r:id="Rd64a3248efe74448"/>
    <p:sldId id="260" r:id="R86e8130d2d6c4671"/>
    <p:sldId id="261" r:id="R11792c4fd96d40c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b1b87c6e185944b7" /><Relationship Type="http://schemas.openxmlformats.org/officeDocument/2006/relationships/notesMaster" Target="/ppt/notesMasters/notesMaster1.xml" Id="R84c6ad2847994973" /><Relationship Type="http://schemas.openxmlformats.org/officeDocument/2006/relationships/slide" Target="/ppt/slides/slide2.xml" Id="R7a74869cb75344da" /><Relationship Type="http://schemas.openxmlformats.org/officeDocument/2006/relationships/slide" Target="/ppt/slides/slide3.xml" Id="R08996627539c494f" /><Relationship Type="http://schemas.openxmlformats.org/officeDocument/2006/relationships/slide" Target="/ppt/slides/slide4.xml" Id="Rd64a3248efe74448" /><Relationship Type="http://schemas.openxmlformats.org/officeDocument/2006/relationships/slide" Target="/ppt/slides/slide5.xml" Id="R86e8130d2d6c4671" /><Relationship Type="http://schemas.openxmlformats.org/officeDocument/2006/relationships/slide" Target="/ppt/slides/slide6.xml" Id="R11792c4fd96d40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061baf0842844e3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41a73a8ff4d4711" /><Relationship Type="http://schemas.openxmlformats.org/officeDocument/2006/relationships/slide" Target="/ppt/slides/slide1.xml" Id="Rbfd601d832bd40a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4f9469f194d4915" /><Relationship Type="http://schemas.openxmlformats.org/officeDocument/2006/relationships/slide" Target="/ppt/slides/slide2.xml" Id="Rdea40cbe422843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edd5e699bfc4b34" /><Relationship Type="http://schemas.openxmlformats.org/officeDocument/2006/relationships/slide" Target="/ppt/slides/slide3.xml" Id="R9d57037b705144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6f715ba21074dbd" /><Relationship Type="http://schemas.openxmlformats.org/officeDocument/2006/relationships/slide" Target="/ppt/slides/slide4.xml" Id="R76065e14908c4b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0aba4d9e7bc4cbe" /><Relationship Type="http://schemas.openxmlformats.org/officeDocument/2006/relationships/slide" Target="/ppt/slides/slide5.xml" Id="Rafb0d3ad1ab74f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167a571861d419e" /><Relationship Type="http://schemas.openxmlformats.org/officeDocument/2006/relationships/slide" Target="/ppt/slides/slide6.xml" Id="R6eb25bcca6cb41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Q3 kickoff balanced: sample+revB commit, WiFi stretch.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Balanced commit with stretch labeled.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Clear commit/stretch/out.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OS + gates.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Balanced commit with stretch labeled.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d6c2d215d54c8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88aa106f4c4ce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b230ae1fa84e9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5c26fb04cc4dd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22bbe6481b4310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d1456dc8e0a4de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23fc3afb04f72" /><Relationship Type="http://schemas.openxmlformats.org/officeDocument/2006/relationships/notesSlide" Target="/ppt/notesSlides/notesSlide1.xml" Id="R485750a01acc47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867e8e32e48aa" /><Relationship Type="http://schemas.openxmlformats.org/officeDocument/2006/relationships/notesSlide" Target="/ppt/notesSlides/notesSlide2.xml" Id="R309044f9bc6045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918bd526fe47ee" /><Relationship Type="http://schemas.openxmlformats.org/officeDocument/2006/relationships/notesSlide" Target="/ppt/notesSlides/notesSlide3.xml" Id="R0975dc8db3f646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7a3210f38475f" /><Relationship Type="http://schemas.openxmlformats.org/officeDocument/2006/relationships/notesSlide" Target="/ppt/notesSlides/notesSlide4.xml" Id="R67e2ce067f85446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875adf158a4e96" /><Relationship Type="http://schemas.openxmlformats.org/officeDocument/2006/relationships/notesSlide" Target="/ppt/notesSlides/notesSlide5.xml" Id="R8ef772fa1ba749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b505c7fd4e4bff" /><Relationship Type="http://schemas.openxmlformats.org/officeDocument/2006/relationships/notesSlide" Target="/ppt/notesSlides/notesSlide6.xml" Id="R289ef158b87d4884" /></Relationships>
</file>

<file path=ppt/slides/slide1.xml><?xml version="1.0" encoding="utf-8"?>
<p:sld xmlns:p="http://schemas.openxmlformats.org/presentationml/2006/main">
  <p:cSld name="Atlas Q3 2026 period commi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08  ·  EXAMPLE  ·  Q3 2026 KICKOFF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Atlas Q3 2026 period commit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Kickoff after sample path — revB + harden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endorse balanced Q3 plan (Option B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endorse balanced Q3 plan (Option B)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Period goal: sample support + revB AON start  ·  Ask: Endorse Option B 2026-07-01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COMMIT: Tier-1 sample support SLA; revB AON dual-mux RTL start; USB3 closed.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STRETCH: WiFi IP bring-up spike.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OUT: sensor hub; second customer custom board.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Assumes +1 DV offer accepted by mid-July.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Outcomes &amp; success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&amp; success metrics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Sample support — critical tickets &lt; 48h response — owner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RevB AON dual mux — RTL ready review 9/15 — owner clock guild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USB3 — exit criteria signed 7/15 — owner Priya (+ new DV)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Stretch: WiFi IP smoke on FPGA — only if sample green.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Milestones &amp; working agreeme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Milestones &amp; working agreements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7/15 USB3 exit · 8/01 WiFi gate · 9/15 revB RTL review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Weekly Atlas ops Mon; steering Thu; yellow risks in BLUF form to Morgan same day.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Intake rule from H2 roadmap remains law.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17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Plan 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Resource need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Aggressive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Sample+revB+WiFi 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must + contractor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Balanced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Sample+revB; WiFi stretch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as planned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Conservative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18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Option B for Atlas Q3 2026.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Morgan air cover on intake rule.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HC path: keep senior DV req on track (deck 06).</a:t>
            </a:r>
          </a:p>
        </p:txBody>
      </p:sp>
      <p:sp>
        <p:nvSpPr>
          <p:cNvPr id="10002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2026-08-05T23:17:20Z</dcterms:created>
  <cp:lastModifiedBy>OfficeCLI</cp:lastModifiedBy>
  <dcterms:modified xsi:type="dcterms:W3CDTF">2026-08-05T23:17:20Z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2026-08-05T23:17:21Z</vt:lpwstr>
  </op:property>
</op:Properties>
</file>
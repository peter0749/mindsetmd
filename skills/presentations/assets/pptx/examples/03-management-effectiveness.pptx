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abdad62b787485a" /><Relationship Type="http://schemas.openxmlformats.org/package/2006/relationships/metadata/core-properties" Target="/docProps/core.xml" Id="Rf577259bfa204b84" /><Relationship Type="http://schemas.openxmlformats.org/officeDocument/2006/relationships/extended-properties" Target="/docProps/app.xml" Id="R3105597574fb4e97" /><Relationship Type="http://schemas.openxmlformats.org/officeDocument/2006/relationships/custom-properties" Target="/docProps/custom.xml" Id="R8b6b1243d4e745b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394b5ebc6364fcc"/>
  </p:notesMasterIdLst>
  <p:sldIdLst>
    <p:sldId id="256" r:id="R7c5abc7267084eeb"/>
    <p:sldId id="257" r:id="R36d24a062d2e412d"/>
    <p:sldId id="258" r:id="Rb1f374de623f4c2d"/>
    <p:sldId id="259" r:id="R39e6f35a9bc64002"/>
    <p:sldId id="260" r:id="R2d5fec97b482473c"/>
    <p:sldId id="261" r:id="Rcb15415e02144c65"/>
    <p:sldId id="262" r:id="R00d2dd4e8e50440c"/>
    <p:sldId id="263" r:id="R1cbe578a1beb4634"/>
    <p:sldId id="264" r:id="R3a6e721a5b9345b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c5abc7267084eeb" /><Relationship Type="http://schemas.openxmlformats.org/officeDocument/2006/relationships/notesMaster" Target="/ppt/notesMasters/notesMaster1.xml" Id="R8394b5ebc6364fcc" /><Relationship Type="http://schemas.openxmlformats.org/officeDocument/2006/relationships/slide" Target="/ppt/slides/slide2.xml" Id="R36d24a062d2e412d" /><Relationship Type="http://schemas.openxmlformats.org/officeDocument/2006/relationships/slide" Target="/ppt/slides/slide3.xml" Id="Rb1f374de623f4c2d" /><Relationship Type="http://schemas.openxmlformats.org/officeDocument/2006/relationships/slide" Target="/ppt/slides/slide4.xml" Id="R39e6f35a9bc64002" /><Relationship Type="http://schemas.openxmlformats.org/officeDocument/2006/relationships/slide" Target="/ppt/slides/slide5.xml" Id="R2d5fec97b482473c" /><Relationship Type="http://schemas.openxmlformats.org/officeDocument/2006/relationships/slide" Target="/ppt/slides/slide6.xml" Id="Rcb15415e02144c65" /><Relationship Type="http://schemas.openxmlformats.org/officeDocument/2006/relationships/slide" Target="/ppt/slides/slide7.xml" Id="R00d2dd4e8e50440c" /><Relationship Type="http://schemas.openxmlformats.org/officeDocument/2006/relationships/slide" Target="/ppt/slides/slide8.xml" Id="R1cbe578a1beb4634" /><Relationship Type="http://schemas.openxmlformats.org/officeDocument/2006/relationships/slide" Target="/ppt/slides/slide9.xml" Id="R3a6e721a5b9345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6d01543054745a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f35d4171f054052" /><Relationship Type="http://schemas.openxmlformats.org/officeDocument/2006/relationships/slide" Target="/ppt/slides/slide1.xml" Id="R9171f98ed1db4d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5052137ed214236" /><Relationship Type="http://schemas.openxmlformats.org/officeDocument/2006/relationships/slide" Target="/ppt/slides/slide2.xml" Id="R47d356ea755f4b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a6ddf657afe43c6" /><Relationship Type="http://schemas.openxmlformats.org/officeDocument/2006/relationships/slide" Target="/ppt/slides/slide3.xml" Id="R57fd3a2a933241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717b126368a4d46" /><Relationship Type="http://schemas.openxmlformats.org/officeDocument/2006/relationships/slide" Target="/ppt/slides/slide4.xml" Id="R40f8f55c1b7c41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a72fb36c50d45d8" /><Relationship Type="http://schemas.openxmlformats.org/officeDocument/2006/relationships/slide" Target="/ppt/slides/slide5.xml" Id="Rf3118ef616bd45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3feb5c5ddd2433d" /><Relationship Type="http://schemas.openxmlformats.org/officeDocument/2006/relationships/slide" Target="/ppt/slides/slide6.xml" Id="R5ec987cb921549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b36ed859a524f37" /><Relationship Type="http://schemas.openxmlformats.org/officeDocument/2006/relationships/slide" Target="/ppt/slides/slide7.xml" Id="R7034474e236f46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34a8fe6dae34a69" /><Relationship Type="http://schemas.openxmlformats.org/officeDocument/2006/relationships/slide" Target="/ppt/slides/slide8.xml" Id="R6bc26ceaaf1848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8397980572a4bfb" /><Relationship Type="http://schemas.openxmlformats.org/officeDocument/2006/relationships/slide" Target="/ppt/slides/slide9.xml" Id="R08f6cc202db54e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Atlas healthy on delivery; yellow on IO DV single-thread → endorse hire.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Recommend=Endorse hire path + air cover; do not wait for red attrition. by 2026-05-18 1:1.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partial on USB3.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A vs planned; HC uses B in deck 06.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Facts + ask, no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b35a62fa3c49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d75aa5bea47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4d6d8b26f04e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a10a1a06be4c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e8885276148b3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d7fad450c80498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41926cd194beb" /><Relationship Type="http://schemas.openxmlformats.org/officeDocument/2006/relationships/notesSlide" Target="/ppt/notesSlides/notesSlide1.xml" Id="R12dfb0a9c4d040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282a4b14b491b" /><Relationship Type="http://schemas.openxmlformats.org/officeDocument/2006/relationships/notesSlide" Target="/ppt/notesSlides/notesSlide2.xml" Id="Red6c983878eb42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c09db45314ba8" /><Relationship Type="http://schemas.openxmlformats.org/officeDocument/2006/relationships/notesSlide" Target="/ppt/notesSlides/notesSlide3.xml" Id="R2edb9a90a70d4c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d7ba7df3b439a" /><Relationship Type="http://schemas.openxmlformats.org/officeDocument/2006/relationships/notesSlide" Target="/ppt/notesSlides/notesSlide4.xml" Id="Rade4c032eeb844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d50f103314fb9" /><Relationship Type="http://schemas.openxmlformats.org/officeDocument/2006/relationships/notesSlide" Target="/ppt/notesSlides/notesSlide5.xml" Id="R1006c8ed78cf48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dfebf21484605" /><Relationship Type="http://schemas.openxmlformats.org/officeDocument/2006/relationships/notesSlide" Target="/ppt/notesSlides/notesSlide6.xml" Id="R95fab323542246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61a360be84373" /><Relationship Type="http://schemas.openxmlformats.org/officeDocument/2006/relationships/notesSlide" Target="/ppt/notesSlides/notesSlide7.xml" Id="R945191b536b342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97768cda3401d" /><Relationship Type="http://schemas.openxmlformats.org/officeDocument/2006/relationships/notesSlide" Target="/ppt/notesSlides/notesSlide8.xml" Id="R130ed3c267514a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80c7f17ff4013" /><Relationship Type="http://schemas.openxmlformats.org/officeDocument/2006/relationships/notesSlide" Target="/ppt/notesSlides/notesSlide9.xml" Id="R24ae1f07dee04ca0" /></Relationships>
</file>

<file path=ppt/slides/slide1.xml><?xml version="1.0" encoding="utf-8"?>
<p:sld xmlns:p="http://schemas.openxmlformats.org/presentationml/2006/main">
  <p:cSld name="Atlas Platform — Q2 org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EXAMPLE  ·  ATLAS HEALTH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Platform — Q2 org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1:1 pack for Morgan Lee — delivery green, people yellow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Team health + capacity scorecard (managing up)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Team health + capacity scorecard (managing up)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The Engineering Manager — Managing upwards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https://www.theengineeringmanager.com/management-101/managing-upwards/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Netflix culture (public) — talent density language only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https://jobs.netflix.com/culture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(1:1 with manager)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(endorse hire path + air cover)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Manager 1:1 (not full staff meeting)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Q2 delivery is GREEN (freeze, day-3 boot) but people are YELLOW: Priya is single-threaded on HS IO DV; unplanned work hit ~20% vs 10–15% plan; USB3 only partial.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Without senior backup, sample surge + USB3 + burnout risk; Morgan may only hear good silicon news and under-invest in capacity.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opening +1 senior DV req (detail in deck 06) and restate sample priority in steering.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Endorse hire path + air cover; do not wait for red attrition.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Req opens ~5/22; people risk can return to green in H2.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People stay yellow; USB3 and sample polish compete for one senior.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2026-05-18 1:1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02 first-silicon green just landed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06 formal HC business case same week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delivery green, capacity tigh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delivery green, capacity tight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  ·  People: YELLOW  ·  Ask: endorse +1 DV req (see resource deck)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Mandate: own Aurora integration DV + first-silicon bring-up for NovaSemi connectivity SoC.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Outcomes: (1) RTL freeze held 4/10 (2) day-3 boot 5/15 (3) DV farm ROI visible.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risk: single-threaded on high-speed IO DV (Priya overloaded); backup is junior only.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Freeze-ready AON decision — Hit — Option B landed Mar 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 — held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target — Hit — actual day 3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complete — Partial — stable path slipped to June 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Team voluntary attrition — Hit — 0 exits in Q2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actual mix (Atlas 12 FTE):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Aurora outcomes ~62%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(DV farm, assertions) ~18%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(board issues, ECO-22) ~20%  ← above 10–15% plan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overrun is why USB3 is partial — not thrash for its own sake.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path: Priya (HS IO DV) has no senior backup.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Mina (analog liaison) 0.5 FTE borrowed from IP team through mid-Q2.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Hiring: 1 req open 4 weeks — pipeline thin for senior DV.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 is structural, not a complaint: protect sample path with +1 DV.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DV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Backup Priya; USB3 + sample surge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slip &amp; burnout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non-Aurora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Partner friction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yellow people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Endorse opening senior DV requisition (detail in resource request ~2026-05-20).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2026-05-18 1:1 (after first-silicon readout).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restate Aurora sample &gt; internal tool polish in Thursday steering.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2026-08-06T00:05:45Z</dcterms:created>
  <cp:lastModifiedBy>OfficeCLI</cp:lastModifiedBy>
  <dcterms:modified xsi:type="dcterms:W3CDTF">2026-08-06T00:05:45Z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2026-08-06T00:05:47Z</vt:lpwstr>
  </op:property>
</op:Properties>
</file>
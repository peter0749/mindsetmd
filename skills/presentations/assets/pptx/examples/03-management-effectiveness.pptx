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55849d60fd94ec5" /><Relationship Type="http://schemas.openxmlformats.org/package/2006/relationships/metadata/core-properties" Target="/docProps/core.xml" Id="R5641e6584c524dfc" /><Relationship Type="http://schemas.openxmlformats.org/officeDocument/2006/relationships/extended-properties" Target="/docProps/app.xml" Id="Ra47999dd1b524b45" /><Relationship Type="http://schemas.openxmlformats.org/officeDocument/2006/relationships/custom-properties" Target="/docProps/custom.xml" Id="R376473c94c0d4e0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e1e9aea9bc754d45"/>
  </p:notesMasterIdLst>
  <p:sldIdLst>
    <p:sldId id="256" r:id="R976dc0bb3fdb4251"/>
    <p:sldId id="257" r:id="R267ebb1719e7463c"/>
    <p:sldId id="258" r:id="R800de08268994a4f"/>
    <p:sldId id="259" r:id="Re23b9ff8f1d74d8e"/>
    <p:sldId id="260" r:id="R6410bdc44fc64020"/>
    <p:sldId id="261" r:id="R53af8803974e4da7"/>
    <p:sldId id="262" r:id="Rc5c90a10674946cd"/>
    <p:sldId id="263" r:id="R0164d881c694496b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976dc0bb3fdb4251" /><Relationship Type="http://schemas.openxmlformats.org/officeDocument/2006/relationships/notesMaster" Target="/ppt/notesMasters/notesMaster1.xml" Id="Re1e9aea9bc754d45" /><Relationship Type="http://schemas.openxmlformats.org/officeDocument/2006/relationships/slide" Target="/ppt/slides/slide2.xml" Id="R267ebb1719e7463c" /><Relationship Type="http://schemas.openxmlformats.org/officeDocument/2006/relationships/slide" Target="/ppt/slides/slide3.xml" Id="R800de08268994a4f" /><Relationship Type="http://schemas.openxmlformats.org/officeDocument/2006/relationships/slide" Target="/ppt/slides/slide4.xml" Id="Re23b9ff8f1d74d8e" /><Relationship Type="http://schemas.openxmlformats.org/officeDocument/2006/relationships/slide" Target="/ppt/slides/slide5.xml" Id="R6410bdc44fc64020" /><Relationship Type="http://schemas.openxmlformats.org/officeDocument/2006/relationships/slide" Target="/ppt/slides/slide6.xml" Id="R53af8803974e4da7" /><Relationship Type="http://schemas.openxmlformats.org/officeDocument/2006/relationships/slide" Target="/ppt/slides/slide7.xml" Id="Rc5c90a10674946cd" /><Relationship Type="http://schemas.openxmlformats.org/officeDocument/2006/relationships/slide" Target="/ppt/slides/slide8.xml" Id="R0164d881c694496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efbb904374c430e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6b76a52ed934fcc" /><Relationship Type="http://schemas.openxmlformats.org/officeDocument/2006/relationships/slide" Target="/ppt/slides/slide1.xml" Id="R8762eee0f52b410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eae3ec84a504b48" /><Relationship Type="http://schemas.openxmlformats.org/officeDocument/2006/relationships/slide" Target="/ppt/slides/slide2.xml" Id="R57a8eeb5870d43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cdfd0c1d3da439c" /><Relationship Type="http://schemas.openxmlformats.org/officeDocument/2006/relationships/slide" Target="/ppt/slides/slide3.xml" Id="Rfc6020fc5e6542c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ecbfd643f204ca8" /><Relationship Type="http://schemas.openxmlformats.org/officeDocument/2006/relationships/slide" Target="/ppt/slides/slide4.xml" Id="Rb98f2639f06d415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05cc93b290c4ae1" /><Relationship Type="http://schemas.openxmlformats.org/officeDocument/2006/relationships/slide" Target="/ppt/slides/slide5.xml" Id="Rb416fb32c88641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b6aefe9fb2a420c" /><Relationship Type="http://schemas.openxmlformats.org/officeDocument/2006/relationships/slide" Target="/ppt/slides/slide6.xml" Id="Re0d8314e80e64d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31da710e8c84cf6" /><Relationship Type="http://schemas.openxmlformats.org/officeDocument/2006/relationships/slide" Target="/ppt/slides/slide7.xml" Id="R528842c2b3f2438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5cca2af936d4598" /><Relationship Type="http://schemas.openxmlformats.org/officeDocument/2006/relationships/slide" Target="/ppt/slides/slide8.xml" Id="R860a369c668b44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Atlas healthy on delivery; yellow on IO DV single-thread → endorse hire.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Team health + capacity scorecard (managing up)</a:t>
            </a:r>
          </a:p>
          <a:p xmlns:a="http://schemas.openxmlformats.org/drawingml/2006/main">
            <a:r>
              <a:rPr lang="en-US"/>
              <a:t>The Engineering Manager — Managing upwards: https://www.theengineeringmanager.com/management-101/managing-upwards/</a:t>
            </a:r>
          </a:p>
          <a:p xmlns:a="http://schemas.openxmlformats.org/drawingml/2006/main">
            <a:r>
              <a:rPr lang="en-US"/>
              <a:t>Netflix culture (public) — talent density language only: https://jobs.netflix.com/culture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Team health + capacity scorecard (managing up)</a:t>
            </a:r>
          </a:p>
          <a:p xmlns:a="http://schemas.openxmlformats.org/drawingml/2006/main">
            <a:r>
              <a:rPr lang="en-US"/>
              <a:t>The Engineering Manager — Managing upwards: https://www.theengineeringmanager.com/management-101/managing-upwards/</a:t>
            </a:r>
          </a:p>
          <a:p xmlns:a="http://schemas.openxmlformats.org/drawingml/2006/main">
            <a:r>
              <a:rPr lang="en-US"/>
              <a:t>Netflix culture (public) — talent density language only: https://jobs.netflix.com/culture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ask; point to deck 06 for business case.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Honest partial on USB3.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Explain A vs planned; HC uses B in deck 06.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Facts + ask, no blame.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ask; point to deck 06 for business case.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6c0ecdaa64451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b17c9df5ed452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2a54c003364c6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a0f0095fbd460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827f3890664d97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be05639cea724fa5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4f545a17704776" /><Relationship Type="http://schemas.openxmlformats.org/officeDocument/2006/relationships/notesSlide" Target="/ppt/notesSlides/notesSlide1.xml" Id="R122ce99e880c4d5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e983b6e364877" /><Relationship Type="http://schemas.openxmlformats.org/officeDocument/2006/relationships/notesSlide" Target="/ppt/notesSlides/notesSlide2.xml" Id="R57b2e9ad48524f9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76d08647a941be" /><Relationship Type="http://schemas.openxmlformats.org/officeDocument/2006/relationships/notesSlide" Target="/ppt/notesSlides/notesSlide3.xml" Id="R6c059e90aafd476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62f78aabdc4bc4" /><Relationship Type="http://schemas.openxmlformats.org/officeDocument/2006/relationships/notesSlide" Target="/ppt/notesSlides/notesSlide4.xml" Id="Rd39d8c260190425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6ef97290b7412a" /><Relationship Type="http://schemas.openxmlformats.org/officeDocument/2006/relationships/notesSlide" Target="/ppt/notesSlides/notesSlide5.xml" Id="Rc2f561c3567c406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7aa0655a404789" /><Relationship Type="http://schemas.openxmlformats.org/officeDocument/2006/relationships/notesSlide" Target="/ppt/notesSlides/notesSlide6.xml" Id="Rf1868809bd1b430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396d8c2d7a4a7a" /><Relationship Type="http://schemas.openxmlformats.org/officeDocument/2006/relationships/notesSlide" Target="/ppt/notesSlides/notesSlide7.xml" Id="R5f7e2100140941c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3cea15e88143a9" /><Relationship Type="http://schemas.openxmlformats.org/officeDocument/2006/relationships/notesSlide" Target="/ppt/notesSlides/notesSlide8.xml" Id="R175b94624525437c" /></Relationships>
</file>

<file path=ppt/slides/slide1.xml><?xml version="1.0" encoding="utf-8"?>
<p:sld xmlns:p="http://schemas.openxmlformats.org/presentationml/2006/main">
  <p:cSld name="Atlas Platform — Q2 org effectiveness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03  ·  EXAMPLE  ·  ATLAS HEALTH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Atlas Platform — Q2 org effectiveness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1:1 pack for Morgan Lee — delivery green, people yellow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Team health + capacity scorecard (managing up)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Team health + capacity scorecard (managing up)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The Engineering Manager — Managing upwards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https://www.theengineeringmanager.com/management-101/managing-upwards/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Netflix culture (public) — talent density language only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https://jobs.netflix.com/culture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delivery green, capacity tight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delivery green, capacity tight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Delivery: GREEN  ·  People: YELLOW  ·  Ask: endorse +1 DV req (see resource deck)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Mandate: own Aurora integration DV + first-silicon bring-up for NovaSemi connectivity SoC.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Outcomes: (1) RTL freeze held 4/10 (2) day-3 boot 5/15 (3) DV farm ROI visible.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Top risk: single-threaded on high-speed IO DV (Priya overloaded); backup is junior only.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Outcomes vs commi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Outcomes vs commits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Freeze-ready AON decision — Hit — Option B landed Mar 20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RTL freeze 4/10 — Hit — held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Day-5 boot target — Hit — actual day 3 (silicon 5/12)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USB3 bring-up complete — Partial — stable path slipped to June 10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Team voluntary attrition — Hit — 0 exits in Q2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Capacity reality (context A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Capacity reality (context A)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Q2 actual mix (Atlas 12 FTE):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Planned Aurora outcomes ~62%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Tech investment (DV farm, assertions) ~18%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Unplanned (board issues, ECO-22) ~20%  ← above 10–15% plan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Unplanned overrun is why USB3 is partial — not thrash for its own sake.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People &amp; capabilit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People &amp; capability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Critical path: Priya (HS IO DV) has no senior backup.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Mina (analog liaison) 0.5 FTE borrowed from IP team through mid-Q2.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Hiring: 1 req open 4 weeks — pipeline thin for senior DV.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 is structural, not a complaint: protect sample path with +1 DV.</a:t>
            </a:r>
          </a:p>
        </p:txBody>
      </p:sp>
      <p:sp>
        <p:nvSpPr>
          <p:cNvPr id="100022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3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4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5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96000"/>
                <a:gridCol w="3696000"/>
                <a:gridCol w="3696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Ask type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What changes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If deferred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+1 DV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Backup Priya; USB3 + sample surge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USB3 slip &amp; burnout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Reprioritize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Drop non-Aurora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Partner friction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Continue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 yellow people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9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Primary ask: Endorse opening senior DV requisition (detail in resource request ~2026-05-20).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 by: 2026-05-18 1:1 (after first-silicon readout).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Air cover: restate Aurora sample &gt; internal tool polish in Thursday steering.</a:t>
            </a:r>
          </a:p>
        </p:txBody>
      </p:sp>
      <p:sp>
        <p:nvSpPr>
          <p:cNvPr id="100030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2026-08-05T23:41:23Z</dcterms:created>
  <cp:lastModifiedBy>OfficeCLI</cp:lastModifiedBy>
  <dcterms:modified xsi:type="dcterms:W3CDTF">2026-08-05T23:41:23Z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2026-08-05T23:41:25Z</vt:lpwstr>
  </op:property>
</op:Properties>
</file>
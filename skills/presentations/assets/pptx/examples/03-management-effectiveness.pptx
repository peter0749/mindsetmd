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66c28a3692b490c" /><Relationship Type="http://schemas.openxmlformats.org/package/2006/relationships/metadata/core-properties" Target="/docProps/core.xml" Id="R471a7ab6860d446c" /><Relationship Type="http://schemas.openxmlformats.org/officeDocument/2006/relationships/extended-properties" Target="/docProps/app.xml" Id="R66850d8cf94f4fa9" /><Relationship Type="http://schemas.openxmlformats.org/officeDocument/2006/relationships/custom-properties" Target="/docProps/custom.xml" Id="Rd94236e7ead94d0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baf62c7e682428b"/>
  </p:notesMasterIdLst>
  <p:sldIdLst>
    <p:sldId id="256" r:id="R624f404d2b6c4da6"/>
    <p:sldId id="257" r:id="R7c400b6646d946f9"/>
    <p:sldId id="258" r:id="R1cbadd52582947c8"/>
    <p:sldId id="259" r:id="R77f3858820074092"/>
    <p:sldId id="260" r:id="R167a8e21a0894370"/>
    <p:sldId id="261" r:id="Re4341c253213442c"/>
    <p:sldId id="262" r:id="Rafc9b948c34b4d6b"/>
    <p:sldId id="263" r:id="R46acfc8d49b74ee7"/>
    <p:sldId id="264" r:id="R00a59dd92bfb43b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24f404d2b6c4da6" /><Relationship Type="http://schemas.openxmlformats.org/officeDocument/2006/relationships/notesMaster" Target="/ppt/notesMasters/notesMaster1.xml" Id="R7baf62c7e682428b" /><Relationship Type="http://schemas.openxmlformats.org/officeDocument/2006/relationships/slide" Target="/ppt/slides/slide2.xml" Id="R7c400b6646d946f9" /><Relationship Type="http://schemas.openxmlformats.org/officeDocument/2006/relationships/slide" Target="/ppt/slides/slide3.xml" Id="R1cbadd52582947c8" /><Relationship Type="http://schemas.openxmlformats.org/officeDocument/2006/relationships/slide" Target="/ppt/slides/slide4.xml" Id="R77f3858820074092" /><Relationship Type="http://schemas.openxmlformats.org/officeDocument/2006/relationships/slide" Target="/ppt/slides/slide5.xml" Id="R167a8e21a0894370" /><Relationship Type="http://schemas.openxmlformats.org/officeDocument/2006/relationships/slide" Target="/ppt/slides/slide6.xml" Id="Re4341c253213442c" /><Relationship Type="http://schemas.openxmlformats.org/officeDocument/2006/relationships/slide" Target="/ppt/slides/slide7.xml" Id="Rafc9b948c34b4d6b" /><Relationship Type="http://schemas.openxmlformats.org/officeDocument/2006/relationships/slide" Target="/ppt/slides/slide8.xml" Id="R46acfc8d49b74ee7" /><Relationship Type="http://schemas.openxmlformats.org/officeDocument/2006/relationships/slide" Target="/ppt/slides/slide9.xml" Id="R00a59dd92bfb43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b5b53ff21ec473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2557adc999b46c6" /><Relationship Type="http://schemas.openxmlformats.org/officeDocument/2006/relationships/slide" Target="/ppt/slides/slide1.xml" Id="Rbdb16fcae3f445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d27a9dd9a9cf49af" /><Relationship Type="http://schemas.openxmlformats.org/officeDocument/2006/relationships/slide" Target="/ppt/slides/slide2.xml" Id="Rb5b17d4e38574c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5e135f7ba224b26" /><Relationship Type="http://schemas.openxmlformats.org/officeDocument/2006/relationships/slide" Target="/ppt/slides/slide3.xml" Id="R7fe9d9250a7342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02c0c2ac0184830" /><Relationship Type="http://schemas.openxmlformats.org/officeDocument/2006/relationships/slide" Target="/ppt/slides/slide4.xml" Id="R1197f72f0d6b45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0c05ff1ac014291" /><Relationship Type="http://schemas.openxmlformats.org/officeDocument/2006/relationships/slide" Target="/ppt/slides/slide5.xml" Id="R6fd6846a920c40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9acf7b774b4847" /><Relationship Type="http://schemas.openxmlformats.org/officeDocument/2006/relationships/slide" Target="/ppt/slides/slide6.xml" Id="Rdcd0961461d24e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459e1ef3db24e44" /><Relationship Type="http://schemas.openxmlformats.org/officeDocument/2006/relationships/slide" Target="/ppt/slides/slide7.xml" Id="R911c0c9dd0bf48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ac7ef7e5b2242eb" /><Relationship Type="http://schemas.openxmlformats.org/officeDocument/2006/relationships/slide" Target="/ppt/slides/slide8.xml" Id="Rac226685675c46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419bfca5cdc443c" /><Relationship Type="http://schemas.openxmlformats.org/officeDocument/2006/relationships/slide" Target="/ppt/slides/slide9.xml" Id="R861568399dfb44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Atlas healthy on delivery; yellow on IO DV single-thread → endorse hire.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Team health + capacity scorecard (managing up)</a:t>
            </a:r>
          </a:p>
          <a:p xmlns:a="http://schemas.openxmlformats.org/drawingml/2006/main">
            <a:r>
              <a:rPr lang="en-US"/>
              <a:t>The Engineering Manager — Managing upwards: https://www.theengineeringmanager.com/management-101/managing-upwards/</a:t>
            </a:r>
          </a:p>
          <a:p xmlns:a="http://schemas.openxmlformats.org/drawingml/2006/main">
            <a:r>
              <a:rPr lang="en-US"/>
              <a:t>Netflix culture (public) — talent density language only: https://jobs.netflix.com/culture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Recommend=Endorse hire path + air cover; do not wait for red attrition. by 2026-05-18 1:1.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partial on USB3.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Explain A vs planned; HC uses B in deck 06.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Facts + ask, no blame.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ask; point to deck 06 for business case.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0db428232943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fdcb58405643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cf5af95bc948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8722e2d8794d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d85838c7834fb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7db5116558c4ef0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7389906b1456c" /><Relationship Type="http://schemas.openxmlformats.org/officeDocument/2006/relationships/notesSlide" Target="/ppt/notesSlides/notesSlide1.xml" Id="R1c3e764450a848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8e9e9adb245a6" /><Relationship Type="http://schemas.openxmlformats.org/officeDocument/2006/relationships/notesSlide" Target="/ppt/notesSlides/notesSlide2.xml" Id="Rc499d5490e9445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536944d824571" /><Relationship Type="http://schemas.openxmlformats.org/officeDocument/2006/relationships/notesSlide" Target="/ppt/notesSlides/notesSlide3.xml" Id="Rbf492248ee3e4f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e6ba5dbe14cc7" /><Relationship Type="http://schemas.openxmlformats.org/officeDocument/2006/relationships/notesSlide" Target="/ppt/notesSlides/notesSlide4.xml" Id="Rd5cec0e3c33943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baed6e3b8471a" /><Relationship Type="http://schemas.openxmlformats.org/officeDocument/2006/relationships/notesSlide" Target="/ppt/notesSlides/notesSlide5.xml" Id="Ra50f194ec0cf4e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72380fea04380" /><Relationship Type="http://schemas.openxmlformats.org/officeDocument/2006/relationships/notesSlide" Target="/ppt/notesSlides/notesSlide6.xml" Id="Rabb1ce88d0354a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1e924893a443ae" /><Relationship Type="http://schemas.openxmlformats.org/officeDocument/2006/relationships/notesSlide" Target="/ppt/notesSlides/notesSlide7.xml" Id="R94a00660dd674b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15a5d464242a8" /><Relationship Type="http://schemas.openxmlformats.org/officeDocument/2006/relationships/notesSlide" Target="/ppt/notesSlides/notesSlide8.xml" Id="R3ee5d4d8d9c443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efc8005314613" /><Relationship Type="http://schemas.openxmlformats.org/officeDocument/2006/relationships/notesSlide" Target="/ppt/notesSlides/notesSlide9.xml" Id="Rffd520fff9f54bcb" /></Relationships>
</file>

<file path=ppt/slides/slide1.xml><?xml version="1.0" encoding="utf-8"?>
<p:sld xmlns:p="http://schemas.openxmlformats.org/presentationml/2006/main">
  <p:cSld name="Atlas Platform — Q2 org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03  ·  EXAMPLE  ·  ATLAS HEALTH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Platform — Q2 org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1:1 pack for Morgan Lee — delivery green, people yellow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Team health + capacity scorecard (managing up)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Team health + capacity scorecard (managing up)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The Engineering Manager — Managing upwards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https://www.theengineeringmanager.com/management-101/managing-upwards/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Netflix culture (public) — talent density language only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https://jobs.netflix.com/culture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(1:1 with manager)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 (endorse hire path + air cover)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Manager 1:1 (not full staff meeting)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Q2 delivery is GREEN (freeze, day-3 boot) but people are YELLOW: Priya is single-threaded on HS IO DV; unplanned work hit ~20% vs 10–15% plan; USB3 only partial.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Without senior backup, sample surge + USB3 + burnout risk; Morgan may only hear good silicon news and under-invest in capacity.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opening +1 senior DV req (detail in deck 06) and restate sample priority in steering.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Endorse hire path + air cover; do not wait for red attrition.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Req opens ~5/22; people risk can return to green in H2.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People stay yellow; USB3 and sample polish compete for one senior.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2026-05-18 1:1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02 first-silicon green just landed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06 formal HC business case same week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delivery green, capacity tigh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delivery green, capacity tight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Delivery: GREEN  ·  People: YELLOW  ·  Ask: endorse +1 DV req (see resource deck)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Mandate: own Aurora integration DV + first-silicon bring-up for NovaSemi connectivity SoC.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Outcomes: (1) RTL freeze held 4/10 (2) day-3 boot 5/15 (3) DV farm ROI visible.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risk: single-threaded on high-speed IO DV (Priya overloaded); backup is junior only.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utcomes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Outcomes vs commits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Freeze-ready AON decision — Hit — Option B landed Mar 20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RTL freeze 4/10 — Hit — held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Day-5 boot target — Hit — actual day 3 (silicon 5/12)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USB3 bring-up complete — Partial — stable path slipped to June 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Team voluntary attrition — Hit — 0 exits in Q2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apacity reality (context 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reality (context A)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actual mix (Atlas 12 FTE):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Planned Aurora outcomes ~62%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Tech investment (DV farm, assertions) ~18%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(board issues, ECO-22) ~20%  ← above 10–15% plan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Unplanned overrun is why USB3 is partial — not thrash for its own sake.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People &amp; capabil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People &amp; capability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path: Priya (HS IO DV) has no senior backup.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Mina (analog liaison) 0.5 FTE borrowed from IP team through mid-Q2.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Hiring: 1 req open 4 weeks — pipeline thin for senior DV.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 is structural, not a complaint: protect sample path with +1 DV.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+1 DV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Backup Priya; USB3 + sample surge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slip &amp; burnout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non-Aurora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Partner friction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yellow people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Primary ask: Endorse opening senior DV requisition (detail in resource request ~2026-05-20).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by: 2026-05-18 1:1 (after first-silicon readout).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restate Aurora sample &gt; internal tool polish in Thursday steering.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2026-08-05T23:46:52Z</dcterms:created>
  <cp:lastModifiedBy>OfficeCLI</cp:lastModifiedBy>
  <dcterms:modified xsi:type="dcterms:W3CDTF">2026-08-05T23:46:52Z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2026-08-05T23:46:53Z</vt:lpwstr>
  </op:property>
</op:Properties>
</file>
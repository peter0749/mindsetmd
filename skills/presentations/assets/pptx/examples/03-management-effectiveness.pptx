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2f06c2e485497c" /><Relationship Type="http://schemas.openxmlformats.org/package/2006/relationships/metadata/core-properties" Target="/docProps/core.xml" Id="R8544680a82b9481d" /><Relationship Type="http://schemas.openxmlformats.org/officeDocument/2006/relationships/extended-properties" Target="/docProps/app.xml" Id="R2c363d1c63134d55" /><Relationship Type="http://schemas.openxmlformats.org/officeDocument/2006/relationships/custom-properties" Target="/docProps/custom.xml" Id="Rb80363a5737f40b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16be8624522462c"/>
  </p:notesMasterIdLst>
  <p:sldIdLst>
    <p:sldId id="256" r:id="Ra2956c54500a41c4"/>
    <p:sldId id="257" r:id="Re048aa5bc68541b4"/>
    <p:sldId id="258" r:id="Ra7b8c06c60f747a0"/>
    <p:sldId id="259" r:id="R02039e78b6574e6f"/>
    <p:sldId id="260" r:id="R9c72c5f556dc4060"/>
    <p:sldId id="261" r:id="R17376963fbea4737"/>
    <p:sldId id="262" r:id="R4e4bd5b85fca4094"/>
    <p:sldId id="263" r:id="Rc88f61daf41a4bb9"/>
    <p:sldId id="264" r:id="R4657d91987d3401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2956c54500a41c4" /><Relationship Type="http://schemas.openxmlformats.org/officeDocument/2006/relationships/notesMaster" Target="/ppt/notesMasters/notesMaster1.xml" Id="R216be8624522462c" /><Relationship Type="http://schemas.openxmlformats.org/officeDocument/2006/relationships/slide" Target="/ppt/slides/slide2.xml" Id="Re048aa5bc68541b4" /><Relationship Type="http://schemas.openxmlformats.org/officeDocument/2006/relationships/slide" Target="/ppt/slides/slide3.xml" Id="Ra7b8c06c60f747a0" /><Relationship Type="http://schemas.openxmlformats.org/officeDocument/2006/relationships/slide" Target="/ppt/slides/slide4.xml" Id="R02039e78b6574e6f" /><Relationship Type="http://schemas.openxmlformats.org/officeDocument/2006/relationships/slide" Target="/ppt/slides/slide5.xml" Id="R9c72c5f556dc4060" /><Relationship Type="http://schemas.openxmlformats.org/officeDocument/2006/relationships/slide" Target="/ppt/slides/slide6.xml" Id="R17376963fbea4737" /><Relationship Type="http://schemas.openxmlformats.org/officeDocument/2006/relationships/slide" Target="/ppt/slides/slide7.xml" Id="R4e4bd5b85fca4094" /><Relationship Type="http://schemas.openxmlformats.org/officeDocument/2006/relationships/slide" Target="/ppt/slides/slide8.xml" Id="Rc88f61daf41a4bb9" /><Relationship Type="http://schemas.openxmlformats.org/officeDocument/2006/relationships/slide" Target="/ppt/slides/slide9.xml" Id="R4657d91987d340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cd814a26d8e42c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5da2dc484c4462" /><Relationship Type="http://schemas.openxmlformats.org/officeDocument/2006/relationships/slide" Target="/ppt/slides/slide1.xml" Id="Rb66b0c1b31c74a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95283177c5c46b8" /><Relationship Type="http://schemas.openxmlformats.org/officeDocument/2006/relationships/slide" Target="/ppt/slides/slide2.xml" Id="R14e95739ea9042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5e5e4aa5f74c9e" /><Relationship Type="http://schemas.openxmlformats.org/officeDocument/2006/relationships/slide" Target="/ppt/slides/slide3.xml" Id="Rd22c81e8023d46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17496e909d447c3" /><Relationship Type="http://schemas.openxmlformats.org/officeDocument/2006/relationships/slide" Target="/ppt/slides/slide4.xml" Id="R7d0d0a4460d045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846dc5de52444b0" /><Relationship Type="http://schemas.openxmlformats.org/officeDocument/2006/relationships/slide" Target="/ppt/slides/slide5.xml" Id="Rb2a1423eb2a842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c1fc0888e7f479b" /><Relationship Type="http://schemas.openxmlformats.org/officeDocument/2006/relationships/slide" Target="/ppt/slides/slide6.xml" Id="Rabccbc66f7dc4f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ea9cd796a84bf4" /><Relationship Type="http://schemas.openxmlformats.org/officeDocument/2006/relationships/slide" Target="/ppt/slides/slide7.xml" Id="Rc6a952b8cf344f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b980e79485941be" /><Relationship Type="http://schemas.openxmlformats.org/officeDocument/2006/relationships/slide" Target="/ppt/slides/slide8.xml" Id="Rfbf2704d33ca45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6a0d5792cbf4fa7" /><Relationship Type="http://schemas.openxmlformats.org/officeDocument/2006/relationships/slide" Target="/ppt/slides/slide9.xml" Id="R0510a45a1dd347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Atlas healthy on delivery; yellow on IO DV single-thread → endorse hire.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Recommend=Endorse hire path + air cover; do not wait for red attrition. by 2026-05-18 1:1.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partial on USB3.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A vs planned; HC uses B in deck 06.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Facts + ask, no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4058800e24e6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236ea0bb6442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e169355514a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7cff84238417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37f3406fd4f1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55c69d67c2e448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7704d7381432e" /><Relationship Type="http://schemas.openxmlformats.org/officeDocument/2006/relationships/notesSlide" Target="/ppt/notesSlides/notesSlide1.xml" Id="R7cf9d8d82a01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6fbbe4a374d37" /><Relationship Type="http://schemas.openxmlformats.org/officeDocument/2006/relationships/notesSlide" Target="/ppt/notesSlides/notesSlide2.xml" Id="R39e877ab38e14f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0486a584f4598" /><Relationship Type="http://schemas.openxmlformats.org/officeDocument/2006/relationships/notesSlide" Target="/ppt/notesSlides/notesSlide3.xml" Id="Re93bcf1c67a74a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0ef1614164ea5" /><Relationship Type="http://schemas.openxmlformats.org/officeDocument/2006/relationships/notesSlide" Target="/ppt/notesSlides/notesSlide4.xml" Id="Re5dcdbf10df34a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2506921094ca8" /><Relationship Type="http://schemas.openxmlformats.org/officeDocument/2006/relationships/notesSlide" Target="/ppt/notesSlides/notesSlide5.xml" Id="Rd4264560511f4e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5fed5b0e54c16" /><Relationship Type="http://schemas.openxmlformats.org/officeDocument/2006/relationships/notesSlide" Target="/ppt/notesSlides/notesSlide6.xml" Id="R1be3ec0378c240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c007fc5e8444d" /><Relationship Type="http://schemas.openxmlformats.org/officeDocument/2006/relationships/notesSlide" Target="/ppt/notesSlides/notesSlide7.xml" Id="Rf78c87c5097e4e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7da551da74942" /><Relationship Type="http://schemas.openxmlformats.org/officeDocument/2006/relationships/notesSlide" Target="/ppt/notesSlides/notesSlide8.xml" Id="Rdad4ef2870f94e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4d4f509e14a74" /><Relationship Type="http://schemas.openxmlformats.org/officeDocument/2006/relationships/notesSlide" Target="/ppt/notesSlides/notesSlide9.xml" Id="R7e3de1bb9a3c400b" /></Relationships>
</file>

<file path=ppt/slides/slide1.xml><?xml version="1.0" encoding="utf-8"?>
<p:sld xmlns:p="http://schemas.openxmlformats.org/presentationml/2006/main">
  <p:cSld name="Atlas Platform — Q2 org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EXAMPLE  ·  ATLAS HEALTH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Platform — Q2 org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1:1 pack for Morgan Lee — delivery green, people yellow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(1:1 with manager)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(endorse hire path + air cover)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Manager 1:1 (not full staff meeting)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Q2 delivery is GREEN (freeze, day-3 boot) but people are YELLOW: Priya is single-threaded on HS IO DV; unplanned work hit ~20% vs 10–15% plan; USB3 only partial.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Without senior backup, sample surge + USB3 + burnout risk; Morgan may only hear good silicon news and under-invest in capacity.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opening +1 senior DV req (detail in deck 06) and restate sample priority in steering.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Endorse hire path + air cover; do not wait for red attrition.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Req opens ~5/22; people risk can return to green in H2.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People stay yellow; USB3 and sample polish compete for one senior.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2026-05-18 1:1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first-silicon green just landed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06 formal HC business case same week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delivery green, capacity tigh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delivery green, capacity tight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  ·  People: YELLOW  ·  Ask: endorse +1 DV req (see resource deck)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Mandate: own Aurora integration DV + first-silicon bring-up for NovaSemi connectivity SoC.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Outcomes: (1) RTL freeze held 4/10 (2) day-3 boot 5/15 (3) DV farm ROI visible.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risk: single-threaded on high-speed IO DV (Priya overloaded); backup is junior only.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Freeze-ready AON decision — Hit — Option B landed Mar 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 — held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target — Hit — actual day 3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complete — Partial — stable path slipped to June 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Team voluntary attrition — Hit — 0 exits in Q2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actual mix (Atlas 12 FTE):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Aurora outcomes ~62%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(DV farm, assertions) ~18%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(board issues, ECO-22) ~20%  ← above 10–15% plan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overrun is why USB3 is partial — not thrash for its own sake.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path: Priya (HS IO DV) has no senior backup.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Mina (analog liaison) 0.5 FTE borrowed from IP team through mid-Q2.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Hiring: 1 req open 4 weeks — pipeline thin for senior DV.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 is structural, not a complaint: protect sample path with +1 DV.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DV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Backup Priya; USB3 + sample surge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slip &amp; burnout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non-Aurora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Partner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yellow people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Endorse opening senior DV requisition (detail in resource request ~2026-05-20).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2026-05-18 1:1 (after first-silicon readout).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restate Aurora sample &gt; internal tool polish in Thursday steering.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2026-08-05T23:59:27Z</dcterms:created>
  <cp:lastModifiedBy>OfficeCLI</cp:lastModifiedBy>
  <dcterms:modified xsi:type="dcterms:W3CDTF">2026-08-05T23:59:27Z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2026-08-05T23:59:28Z</vt:lpwstr>
  </op:property>
</op:Properties>
</file>
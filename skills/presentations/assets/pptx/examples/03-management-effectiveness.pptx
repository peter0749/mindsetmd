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ca7821b945247de" /><Relationship Type="http://schemas.openxmlformats.org/package/2006/relationships/metadata/core-properties" Target="/docProps/core.xml" Id="Rd263d811ba9d4612" /><Relationship Type="http://schemas.openxmlformats.org/officeDocument/2006/relationships/extended-properties" Target="/docProps/app.xml" Id="Rb3dcdc5ee80744f6" /><Relationship Type="http://schemas.openxmlformats.org/officeDocument/2006/relationships/custom-properties" Target="/docProps/custom.xml" Id="R1ce2df3ce41944b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32664cf1ab24fba"/>
  </p:notesMasterIdLst>
  <p:sldIdLst>
    <p:sldId id="256" r:id="R2cf4b63d7d514060"/>
    <p:sldId id="257" r:id="Ra5131b0a7e564ecb"/>
    <p:sldId id="258" r:id="R8062163a5e314ebf"/>
    <p:sldId id="259" r:id="R3016aeac94ec4acd"/>
    <p:sldId id="260" r:id="R7658319c151145ee"/>
    <p:sldId id="261" r:id="R6783e013c8664dde"/>
    <p:sldId id="262" r:id="R87a428eba8134f9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cf4b63d7d514060" /><Relationship Type="http://schemas.openxmlformats.org/officeDocument/2006/relationships/notesMaster" Target="/ppt/notesMasters/notesMaster1.xml" Id="R532664cf1ab24fba" /><Relationship Type="http://schemas.openxmlformats.org/officeDocument/2006/relationships/slide" Target="/ppt/slides/slide2.xml" Id="Ra5131b0a7e564ecb" /><Relationship Type="http://schemas.openxmlformats.org/officeDocument/2006/relationships/slide" Target="/ppt/slides/slide3.xml" Id="R8062163a5e314ebf" /><Relationship Type="http://schemas.openxmlformats.org/officeDocument/2006/relationships/slide" Target="/ppt/slides/slide4.xml" Id="R3016aeac94ec4acd" /><Relationship Type="http://schemas.openxmlformats.org/officeDocument/2006/relationships/slide" Target="/ppt/slides/slide5.xml" Id="R7658319c151145ee" /><Relationship Type="http://schemas.openxmlformats.org/officeDocument/2006/relationships/slide" Target="/ppt/slides/slide6.xml" Id="R6783e013c8664dde" /><Relationship Type="http://schemas.openxmlformats.org/officeDocument/2006/relationships/slide" Target="/ppt/slides/slide7.xml" Id="R87a428eba8134f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2ae0f2033d2447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d0389cbd6244ff0" /><Relationship Type="http://schemas.openxmlformats.org/officeDocument/2006/relationships/slide" Target="/ppt/slides/slide1.xml" Id="R7522481b22c645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fbadca4ad64fbc" /><Relationship Type="http://schemas.openxmlformats.org/officeDocument/2006/relationships/slide" Target="/ppt/slides/slide2.xml" Id="R8f34ee91b82b4e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bf1295a92474aa8" /><Relationship Type="http://schemas.openxmlformats.org/officeDocument/2006/relationships/slide" Target="/ppt/slides/slide3.xml" Id="R3451ab1ba4634a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349b139bc7d487f" /><Relationship Type="http://schemas.openxmlformats.org/officeDocument/2006/relationships/slide" Target="/ppt/slides/slide4.xml" Id="R4b5d6d6e50e643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53c5847c38640db" /><Relationship Type="http://schemas.openxmlformats.org/officeDocument/2006/relationships/slide" Target="/ppt/slides/slide5.xml" Id="Rd49b4610ed2a42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8e4f05e50442ae" /><Relationship Type="http://schemas.openxmlformats.org/officeDocument/2006/relationships/slide" Target="/ppt/slides/slide6.xml" Id="R8d4859239c5046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a80f90260d94ced" /><Relationship Type="http://schemas.openxmlformats.org/officeDocument/2006/relationships/slide" Target="/ppt/slides/slide7.xml" Id="R7a072cf3a9b341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Atlas healthy on delivery; yellow on IO DV single-thread → endorse hire.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partial on USB3.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A vs planned; HC uses B in deck 06.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Facts + ask, no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7c372c435444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dd5ed214aa4b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ae0dee12e54a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41ec5e4fe4d9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eb9eb78f54db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1017f89a78147c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23d3607064a0e" /><Relationship Type="http://schemas.openxmlformats.org/officeDocument/2006/relationships/notesSlide" Target="/ppt/notesSlides/notesSlide1.xml" Id="R5b479582898140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ab44e45bd489b" /><Relationship Type="http://schemas.openxmlformats.org/officeDocument/2006/relationships/notesSlide" Target="/ppt/notesSlides/notesSlide2.xml" Id="R7c65f9cc6ea347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1591316524f4b" /><Relationship Type="http://schemas.openxmlformats.org/officeDocument/2006/relationships/notesSlide" Target="/ppt/notesSlides/notesSlide3.xml" Id="R1a6a712eaf5541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97999d8354324" /><Relationship Type="http://schemas.openxmlformats.org/officeDocument/2006/relationships/notesSlide" Target="/ppt/notesSlides/notesSlide4.xml" Id="Rb0af9d6295cf4e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9190fadc84c7f" /><Relationship Type="http://schemas.openxmlformats.org/officeDocument/2006/relationships/notesSlide" Target="/ppt/notesSlides/notesSlide5.xml" Id="R900eca17c9c346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df2bb84804a26" /><Relationship Type="http://schemas.openxmlformats.org/officeDocument/2006/relationships/notesSlide" Target="/ppt/notesSlides/notesSlide6.xml" Id="R6822c268773548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08729e3aa48bc" /><Relationship Type="http://schemas.openxmlformats.org/officeDocument/2006/relationships/notesSlide" Target="/ppt/notesSlides/notesSlide7.xml" Id="R5efccc20cef84e83" /></Relationships>
</file>

<file path=ppt/slides/slide1.xml><?xml version="1.0" encoding="utf-8"?>
<p:sld xmlns:p="http://schemas.openxmlformats.org/presentationml/2006/main">
  <p:cSld name="Atlas Platform — Q2 org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EXAMPLE  ·  ATLAS HEALTH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 Platform — Q2 org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1:1 pack for Morgan Lee — delivery green, people yellow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delivery green, capacity tigh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delivery green, capacity tight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  ·  People: YELLOW  ·  Ask: endorse +1 DV req (see resource deck)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Mandate: own Aurora integration DV + first-silicon bring-up for NovaSemi connectivity SoC.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Outcomes: (1) RTL freeze hit 6/20 path (2) day-3 boot (3) DV farm ROI visible.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risk: single-threaded on high-speed IO DV (Priya overloaded); backup is junior only.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Freeze-ready AON decision — Hit — Option B landed May 16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target — Hit — actual day 3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complete — Partial — stable path slipped to June 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Team voluntary attrition — Hit — 0 exits in Q2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actual mix (Atlas 12 FTE):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Aurora outcomes ~62%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(DV farm, assertions) ~18%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(board issues, ECO-22) ~20%  ← above 10–15% plan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overrun is why USB3 is partial — not thrash for its own sake.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path: Priya (HS IO DV) has no senior backup.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Mina (analog liaison) 0.5 FTE borrowed from IP team through June.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Hiring: 1 req open 4 weeks — pipeline thin for senior DV.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 is structural, not a complaint: protect sample path with +1 DV.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DV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Backup Priya; USB3 + sample surge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slip &amp; burnout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non-Aurora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Partner friction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yellow people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Endorse opening senior DV requisition (detail in resource request 2026-05-20).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2026-05-20 1:1.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restate Aurora sample &gt; internal tool polish in Thursday steering.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2026-08-05T23:16:49Z</dcterms:created>
  <cp:lastModifiedBy>OfficeCLI</cp:lastModifiedBy>
  <dcterms:modified xsi:type="dcterms:W3CDTF">2026-08-05T23:16:49Z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2026-08-05T23:16:51Z</vt:lpwstr>
  </op:property>
</op:Properties>
</file>
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6efcaf1ac014d91" /><Relationship Type="http://schemas.openxmlformats.org/package/2006/relationships/metadata/core-properties" Target="/docProps/core.xml" Id="R1bbf2f2c0a10443e" /><Relationship Type="http://schemas.openxmlformats.org/officeDocument/2006/relationships/extended-properties" Target="/docProps/app.xml" Id="R15e100e75a6b452a" /><Relationship Type="http://schemas.openxmlformats.org/officeDocument/2006/relationships/custom-properties" Target="/docProps/custom.xml" Id="R18686566994d4296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01b70ef3b47444c6"/>
  </p:notesMasterIdLst>
  <p:sldIdLst>
    <p:sldId id="256" r:id="Rf3b47409e32b4aa5"/>
    <p:sldId id="257" r:id="Rcc86868bb20f4d90"/>
    <p:sldId id="258" r:id="Rfcb2cfadbbec4d2c"/>
    <p:sldId id="259" r:id="R336ab22873ca47cd"/>
    <p:sldId id="260" r:id="Rb439f94a129344c1"/>
    <p:sldId id="261" r:id="R898df058300e46b5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f3b47409e32b4aa5" /><Relationship Type="http://schemas.openxmlformats.org/officeDocument/2006/relationships/notesMaster" Target="/ppt/notesMasters/notesMaster1.xml" Id="R01b70ef3b47444c6" /><Relationship Type="http://schemas.openxmlformats.org/officeDocument/2006/relationships/slide" Target="/ppt/slides/slide2.xml" Id="Rcc86868bb20f4d90" /><Relationship Type="http://schemas.openxmlformats.org/officeDocument/2006/relationships/slide" Target="/ppt/slides/slide3.xml" Id="Rfcb2cfadbbec4d2c" /><Relationship Type="http://schemas.openxmlformats.org/officeDocument/2006/relationships/slide" Target="/ppt/slides/slide4.xml" Id="R336ab22873ca47cd" /><Relationship Type="http://schemas.openxmlformats.org/officeDocument/2006/relationships/slide" Target="/ppt/slides/slide5.xml" Id="Rb439f94a129344c1" /><Relationship Type="http://schemas.openxmlformats.org/officeDocument/2006/relationships/slide" Target="/ppt/slides/slide6.xml" Id="R898df058300e46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bb2857df5704382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7932b794646485f" /><Relationship Type="http://schemas.openxmlformats.org/officeDocument/2006/relationships/slide" Target="/ppt/slides/slide1.xml" Id="R99b081e5555f43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e4aae985afe44d0" /><Relationship Type="http://schemas.openxmlformats.org/officeDocument/2006/relationships/slide" Target="/ppt/slides/slide2.xml" Id="R4795d2f61d9446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09df3762515432a" /><Relationship Type="http://schemas.openxmlformats.org/officeDocument/2006/relationships/slide" Target="/ppt/slides/slide3.xml" Id="R24314c146d9349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09d9c56a12b41f5" /><Relationship Type="http://schemas.openxmlformats.org/officeDocument/2006/relationships/slide" Target="/ppt/slides/slide4.xml" Id="Rd4bb0ab53f064e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ee75aa73a0b4630" /><Relationship Type="http://schemas.openxmlformats.org/officeDocument/2006/relationships/slide" Target="/ppt/slides/slide5.xml" Id="R49356f5b771b47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d45dabf01e643ef" /><Relationship Type="http://schemas.openxmlformats.org/officeDocument/2006/relationships/slide" Target="/ppt/slides/slide6.xml" Id="R2a4b9f13c14e44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Cover for Results readout. State purpose in 10 seconds.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Read BLUF first. Do not walk chronology before the ask is clear.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Re-anchor to original commitment first.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Few metrics, high signal. Label data as-of date.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Process insight only if it changes next quarter behavior.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If pure celebration, still name residual risk.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4630dc0fe8495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1fbbd196c6442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293823f5b4455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a8f6872d5b437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2f5aadded94a42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c939c990fae244b4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48e25860f047f8" /><Relationship Type="http://schemas.openxmlformats.org/officeDocument/2006/relationships/notesSlide" Target="/ppt/notesSlides/notesSlide1.xml" Id="Rba15b086241742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5eb65e45f3490c" /><Relationship Type="http://schemas.openxmlformats.org/officeDocument/2006/relationships/notesSlide" Target="/ppt/notesSlides/notesSlide2.xml" Id="R0b7ef974823b43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a3991f72914057" /><Relationship Type="http://schemas.openxmlformats.org/officeDocument/2006/relationships/notesSlide" Target="/ppt/notesSlides/notesSlide3.xml" Id="R8d2ed6f512bb45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eccc658714d81" /><Relationship Type="http://schemas.openxmlformats.org/officeDocument/2006/relationships/notesSlide" Target="/ppt/notesSlides/notesSlide4.xml" Id="R4e0ea61908f84b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c911b35e44a1d" /><Relationship Type="http://schemas.openxmlformats.org/officeDocument/2006/relationships/notesSlide" Target="/ppt/notesSlides/notesSlide5.xml" Id="Rf60e11ea2b014e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16d4e3a8474850" /><Relationship Type="http://schemas.openxmlformats.org/officeDocument/2006/relationships/notesSlide" Target="/ppt/notesSlides/notesSlide6.xml" Id="R88d39ff2a6d04428" /></Relationships>
</file>

<file path=ppt/slides/slide1.xml><?xml version="1.0" encoding="utf-8"?>
<p:sld xmlns:p="http://schemas.openxmlformats.org/presentationml/2006/main">
  <p:cSld name="Results readout"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540000" y="1080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CADCFC"/>
                </a:solidFill>
                <a:latin typeface="Calibri"/>
                <a:ea typeface="Calibri"/>
              </a:rPr>
              <a:t>SCENARIO 02  ·  RESULTS / DEMO / LAUNCH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540000" y="1548000"/>
            <a:ext cx="10800000" cy="100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Results readout</a:t>
            </a:r>
          </a:p>
        </p:txBody>
      </p:sp>
      <p:sp>
        <p:nvSpPr>
          <p:cNvPr id="100002" name="TextBox 3"/>
          <p:cNvSpPr txBox="1"/>
          <p:nvPr/>
        </p:nvSpPr>
        <p:spPr>
          <a:xfrm xmlns:a="http://schemas.openxmlformats.org/drawingml/2006/main">
            <a:off x="540000" y="2700000"/>
            <a:ext cx="10800000" cy="7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CADCFC"/>
                </a:solidFill>
                <a:latin typeface="Calibri"/>
                <a:ea typeface="Calibri"/>
              </a:rPr>
              <a:t>What shipped, vs commitment, why it mattered — not a sprint diary</a:t>
            </a:r>
          </a:p>
        </p:txBody>
      </p:sp>
      <p:sp>
        <p:nvSpPr>
          <p:cNvPr id="100003" name="TextBox 4"/>
          <p:cNvSpPr txBox="1"/>
          <p:nvPr/>
        </p:nvSpPr>
        <p:spPr>
          <a:xfrm xmlns:a="http://schemas.openxmlformats.org/drawingml/2006/main">
            <a:off x="540000" y="6048000"/>
            <a:ext cx="108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A0AEC0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BLUF — result &amp; impact</a:t>
            </a:r>
          </a:p>
        </p:txBody>
      </p:sp>
      <p:sp>
        <p:nvSpPr>
          <p:cNvPr id="100004" name="TextBox 2"/>
          <p:cNvSpPr txBox="1"/>
          <p:nvPr/>
        </p:nvSpPr>
        <p:spPr>
          <a:xfrm xmlns:a="http://schemas.openxmlformats.org/drawingml/2006/main">
            <a:off x="540000" y="540000"/>
            <a:ext cx="504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2B6CB0"/>
                </a:solidFill>
                <a:latin typeface="Calibri"/>
                <a:ea typeface="Calibri"/>
              </a:rPr>
              <a:t>BOTTOM LINE UP FRONT</a:t>
            </a:r>
          </a:p>
        </p:txBody>
      </p:sp>
      <p:sp>
        <p:nvSpPr>
          <p:cNvPr id="100005" name="TextBox 3"/>
          <p:cNvSpPr txBox="1"/>
          <p:nvPr/>
        </p:nvSpPr>
        <p:spPr>
          <a:xfrm xmlns:a="http://schemas.openxmlformats.org/drawingml/2006/main">
            <a:off x="540000" y="1512000"/>
            <a:ext cx="10980000" cy="5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7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FFFFF"/>
                </a:solidFill>
                <a:latin typeface="Calibri"/>
                <a:ea typeface="Calibri"/>
              </a:rPr>
              <a:t>Status: GREEN  ·  Result: [X] delivered on [date]  ·  Ask: none / next-phase approve</a:t>
            </a:r>
          </a:p>
        </p:txBody>
      </p:sp>
      <p:sp>
        <p:nvSpPr>
          <p:cNvPr id="100006" name="TextBox 4"/>
          <p:cNvSpPr txBox="1"/>
          <p:nvPr/>
        </p:nvSpPr>
        <p:spPr>
          <a:xfrm xmlns:a="http://schemas.openxmlformats.org/drawingml/2006/main">
            <a:off x="540000" y="2196000"/>
            <a:ext cx="10980000" cy="40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Outcome: [one line].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Impact: [metric baseline → actual].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Linked OKR / program goal: [one line].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Residual risk or follow-ups: [or none].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Goal recall (period start)</a:t>
            </a:r>
          </a:p>
        </p:txBody>
      </p:sp>
      <p:sp>
        <p:nvSpPr>
          <p:cNvPr id="100007" name="TextBox 2"/>
          <p:cNvSpPr txBox="1"/>
          <p:nvPr/>
        </p:nvSpPr>
        <p:spPr>
          <a:xfrm xmlns:a="http://schemas.openxmlformats.org/drawingml/2006/main">
            <a:off x="540000" y="1440000"/>
            <a:ext cx="10980000" cy="46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Original commit: [promise].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Success metric: target [T].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Avoid moving the goalposts — show the same definition of done.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Outcome metrics</a:t>
            </a:r>
          </a:p>
        </p:txBody>
      </p:sp>
      <p:sp>
        <p:nvSpPr>
          <p:cNvPr id="100008" name="TextBox 2"/>
          <p:cNvSpPr txBox="1"/>
          <p:nvPr/>
        </p:nvSpPr>
        <p:spPr>
          <a:xfrm xmlns:a="http://schemas.openxmlformats.org/drawingml/2006/main">
            <a:off x="540000" y="1440000"/>
            <a:ext cx="10980000" cy="46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Metric A: target … / actual … / Δ …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Metric B: …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IC examples: power −N% at iso-perf; bring-up day-k boot; coverage gate met.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SW examples: p95 latency; adoption %; change-fail rate.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How we got here + learnings</a:t>
            </a:r>
          </a:p>
        </p:txBody>
      </p:sp>
      <p:sp>
        <p:nvSpPr>
          <p:cNvPr id="100009" name="TextBox 2"/>
          <p:cNvSpPr txBox="1"/>
          <p:nvPr/>
        </p:nvSpPr>
        <p:spPr>
          <a:xfrm xmlns:a="http://schemas.openxmlformats.org/drawingml/2006/main">
            <a:off x="540000" y="1440000"/>
            <a:ext cx="10980000" cy="46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Three decisions that mattered: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1. …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2. …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3. …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Keep / stop / start (one each).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Decision &amp; ask</a:t>
            </a:r>
          </a:p>
        </p:txBody>
      </p:sp>
      <p:sp>
        <p:nvSpPr>
          <p:cNvPr id="100010" name="TextBox 2"/>
          <p:cNvSpPr txBox="1"/>
          <p:nvPr/>
        </p:nvSpPr>
        <p:spPr>
          <a:xfrm xmlns:a="http://schemas.openxmlformats.org/drawingml/2006/main">
            <a:off x="540000" y="1404000"/>
            <a:ext cx="1098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B6CB0"/>
                </a:solidFill>
                <a:latin typeface="Calibri"/>
                <a:ea typeface="Calibri"/>
              </a:rPr>
              <a:t>WHAT WE NEED FROM THIS ROOM</a:t>
            </a:r>
          </a:p>
        </p:txBody>
      </p:sp>
      <p:sp>
        <p:nvSpPr>
          <p:cNvPr id="100011" name="TextBox 3"/>
          <p:cNvSpPr txBox="1"/>
          <p:nvPr/>
        </p:nvSpPr>
        <p:spPr>
          <a:xfrm xmlns:a="http://schemas.openxmlformats.org/drawingml/2006/main">
            <a:off x="540000" y="1764000"/>
            <a:ext cx="10980000" cy="39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Ask: [visibility only / approve next phase / fund follow-on]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Or: No decision required — FYI readout.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Next milestone: [date + gate].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OfficeCLI/1.0.143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2026-08-05T16:48:03Z</dcterms:created>
  <cp:lastModifiedBy>OfficeCLI</cp:lastModifiedBy>
  <dcterms:modified xsi:type="dcterms:W3CDTF">2026-08-05T16:48:03Z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1.0.143</vt:lpwstr>
  </op:property>
  <op:property fmtid="{D5CDD505-2E9C-101B-9397-08002B2CF9AE}" pid="3" name="OfficeCLI.LastModified">
    <vt:lpwstr xmlns:vt="http://schemas.openxmlformats.org/officeDocument/2006/docPropsVTypes">2026-08-05T16:48:04Z</vt:lpwstr>
  </op:property>
</op:Properties>
</file>